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3" r:id="rId4"/>
    <p:sldId id="284" r:id="rId5"/>
    <p:sldId id="280" r:id="rId6"/>
    <p:sldId id="285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-3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38E5-B52E-C538-1763-D8EFADEC1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1AA76-6F46-758A-1177-499C7649F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3CB4-6DE6-A154-C5BB-3AE66259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AA0D-A4C6-4BD4-7B0B-C112FFD8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3E931-6811-2D56-0F46-DC0C5E68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7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97A3-4D88-194A-8C6A-FFED4370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269D-30BB-F29F-024D-59371924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F6667-117C-74A7-7E7F-2A1C5548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3D3B-424C-D9A2-0FE5-D78B640B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2D9F-3D88-CE5D-FD38-A4FF069C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15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B025-DB9E-CF99-2E78-8EC6E09B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88BAE-D8EA-4B97-ABF1-35F2CE348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0F5B-4400-FF9D-569A-8CC9510F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51BC-8498-9827-3595-9666F92D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BD6A-6AFF-F5BA-917E-B8DD108F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83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3856-84C2-F91F-3700-3F82EF93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AA77-73FE-A711-88DE-E3468EE8D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FC599-F55C-AED4-16F5-F0D854A06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EC493-0F63-5EA4-2CB6-F3030404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B7A99-43D2-E8D2-D64F-73FC714E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61372-4F44-AE32-8E79-59BD53D7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49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D5AC-2B71-8F3C-2117-1D901F7C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D450-4FD4-F4B4-0831-4A8DBD820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CEB5E-423B-738A-C584-F0DD375F5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5C559-7F29-48CD-3392-CB86FF91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D1B4E-F030-B753-35D9-F3A00FBF0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4E51F2-565D-14A5-9CC5-BAA50EE4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E699A-F84B-4781-DD79-B49FBA09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6BA1C-6360-CD38-5D62-C862DF91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75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C1F7-BC59-0C70-7CF8-F364DE4F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1DA9A-AA9B-213A-9EC6-E88CD371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0C1F9-F93C-A475-4E5E-A85382C7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AC3AA-D14F-6C90-0A5B-65FDEE4A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81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524D5-F154-C343-FE90-3272B619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B2A50-448C-5CDA-5465-27EE9C0D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B94DE-A412-8C6D-4F77-F64C4F10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22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0624-48C9-B93A-0E31-689A21EC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594D-DE7D-A25A-AA2E-E9E081F7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9E945-429C-879A-9C99-EAD491D53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57176-B25C-F712-798D-DF9263C7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B68C6-70B4-D4D4-DE6C-00523CEB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6A864-CF0F-DBDF-06E1-7CD023E8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09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6806-87DA-4DA2-E7E8-A1EACB62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AA910-ABE8-06B4-104F-A5006D6E5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3F8B5-D00E-7B23-92E8-389D0B6DF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E61F1-A007-CD3B-13A8-3A32661A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5F4B8-9889-D169-5015-99893E44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EFB39-828F-6DCC-EE97-D86C8FEE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77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DD0C-8BB1-DFC5-A402-CE4EC944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B2420-EEB9-459E-E83F-8E082A792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5B315-17F4-9BB3-7848-2E3D12EF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E674E-4108-E64F-2363-26D406C8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C93D9-38A5-6828-5A1E-53FFCD4C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74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D79BB-5D13-85C2-1296-223443AC8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70B05-D97E-5652-0726-F4EE04C56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C608B-643E-5BB8-7519-BA6704B4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3DB2-FCA7-8861-0876-FC8956EF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A3B89-C362-CAE5-23A8-E1F160AC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15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F14B5-F25B-39A5-62C4-2BC5BDF1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ABF2F-13A2-8D08-AC12-FE32208F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C3E6-ECA8-E36D-F591-5F6F698B7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6ABF2-EBF2-4F5A-952C-FFA5DB519F1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4195A-CCD0-615B-59DF-EE522786C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8BA34-F900-1847-7F35-B7F3A1F75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84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2064-1C44-DCE0-ADB6-97ED66194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Issues Working Team T-1A</a:t>
            </a:r>
            <a:br>
              <a:rPr lang="en-GB" noProof="0" dirty="0"/>
            </a:br>
            <a:r>
              <a:rPr lang="en-GB" sz="4800" dirty="0"/>
              <a:t>Progress from last ad-hoc meeting</a:t>
            </a:r>
            <a:endParaRPr lang="en-GB" sz="48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45E0B-8E9D-387C-00AA-8547DECBFF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ISO &amp; GeoDCAT-AP Pilot – 2</a:t>
            </a:r>
            <a:r>
              <a:rPr lang="en-GB" baseline="30000" dirty="0">
                <a:solidFill>
                  <a:srgbClr val="0070C0"/>
                </a:solidFill>
              </a:rPr>
              <a:t>nd</a:t>
            </a:r>
            <a:r>
              <a:rPr lang="en-GB" dirty="0">
                <a:solidFill>
                  <a:srgbClr val="0070C0"/>
                </a:solidFill>
              </a:rPr>
              <a:t> Meeting - Phase 2, 7 July 2026</a:t>
            </a:r>
          </a:p>
          <a:p>
            <a:endParaRPr lang="en-GB" dirty="0">
              <a:solidFill>
                <a:srgbClr val="0070C0"/>
              </a:solidFill>
            </a:endParaRPr>
          </a:p>
          <a:p>
            <a:r>
              <a:rPr lang="en-GB" dirty="0"/>
              <a:t>Jordi Escriu (JRC)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83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ADCB-80EF-DA2D-4BDC-C8A9B939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D2C-FAFB-5CB3-EACA-1F3ED78E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solidFill>
                  <a:srgbClr val="0070C0"/>
                </a:solidFill>
              </a:rPr>
            </a:br>
            <a:r>
              <a:rPr lang="en-GB" dirty="0">
                <a:solidFill>
                  <a:srgbClr val="0070C0"/>
                </a:solidFill>
              </a:rPr>
              <a:t>Prioritised issues</a:t>
            </a:r>
            <a:endParaRPr lang="en-GB" noProof="0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357C1-E86F-8422-82B4-BF799CD85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7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E5A1-14EB-C412-5893-89C9688C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issues - </a:t>
            </a:r>
            <a:r>
              <a:rPr lang="en-GB" noProof="0" dirty="0"/>
              <a:t>Work ongoing, tackled by T-1B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E8C2D3-98A4-7175-A71B-57D70AC6A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997"/>
            <a:ext cx="12192000" cy="38589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02D80-009A-0A27-C741-72AC8FB2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6241"/>
            <a:ext cx="10953750" cy="841733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GB" sz="2200" dirty="0"/>
              <a:t>Issues directly or indirectly in the scope of the T-1B mapping proposal presented today</a:t>
            </a:r>
          </a:p>
          <a:p>
            <a:pPr>
              <a:spcBef>
                <a:spcPts val="300"/>
              </a:spcBef>
            </a:pPr>
            <a:r>
              <a:rPr lang="en-GB" sz="2200" b="1" dirty="0">
                <a:solidFill>
                  <a:srgbClr val="C00000"/>
                </a:solidFill>
              </a:rPr>
              <a:t>Community feedback needed</a:t>
            </a:r>
            <a:r>
              <a:rPr lang="en-GB" sz="2200" dirty="0"/>
              <a:t>: Open for feedback and review until 15 September.</a:t>
            </a:r>
          </a:p>
        </p:txBody>
      </p:sp>
    </p:spTree>
    <p:extLst>
      <p:ext uri="{BB962C8B-B14F-4D97-AF65-F5344CB8AC3E}">
        <p14:creationId xmlns:p14="http://schemas.microsoft.com/office/powerpoint/2010/main" val="179059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331C-8AD3-AEAE-E22F-EF019957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Closed / Resolved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75958-DEF1-17C8-5E0B-5F2F10C2B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HVD-</a:t>
            </a:r>
            <a:r>
              <a:rPr lang="es-ES" dirty="0" err="1"/>
              <a:t>tagging</a:t>
            </a:r>
            <a:r>
              <a:rPr lang="es-ES" dirty="0"/>
              <a:t> Good </a:t>
            </a:r>
            <a:r>
              <a:rPr lang="es-ES" dirty="0" err="1"/>
              <a:t>practice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D5484-4975-0183-D8E7-8E6D25B7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32" y="2733675"/>
            <a:ext cx="11574536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1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9036-89E5-7FE2-340A-F3DE6CBC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DAB0-9C34-F5D8-9241-156189EC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Less prioritised issues </a:t>
            </a:r>
            <a:endParaRPr lang="en-GB" noProof="0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2218B-88A5-4885-A115-710A47D1E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022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51F5-C631-3BAE-4139-3EF5FAFD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Issues to be tackled in next T-1A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76F4E-0B14-5E8F-6C6A-9F0C7CD5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81275" cy="4351338"/>
          </a:xfrm>
        </p:spPr>
        <p:txBody>
          <a:bodyPr/>
          <a:lstStyle/>
          <a:p>
            <a:r>
              <a:rPr lang="en-GB" noProof="0" dirty="0"/>
              <a:t>For the next ad-hoc T1-A meeting (September)</a:t>
            </a:r>
          </a:p>
          <a:p>
            <a:r>
              <a:rPr lang="en-GB" noProof="0" dirty="0"/>
              <a:t>Together with newly appeared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E41BB-C91E-8B48-8366-E62ED36C6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582998"/>
            <a:ext cx="8206442" cy="51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EEC6-119D-6FC3-580F-AC829192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Discussion /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C139-92F8-32E4-B29B-962841537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Active discussion is foreseen on the Mapping proposal from T-1B presented today</a:t>
            </a:r>
          </a:p>
          <a:p>
            <a:pPr lvl="1"/>
            <a:r>
              <a:rPr lang="en-GB" dirty="0"/>
              <a:t>S</a:t>
            </a:r>
            <a:r>
              <a:rPr lang="en-GB" noProof="0" dirty="0"/>
              <a:t>coped to the most burning issues</a:t>
            </a:r>
          </a:p>
          <a:p>
            <a:pPr lvl="1"/>
            <a:r>
              <a:rPr lang="en-GB" dirty="0"/>
              <a:t>On services and APIs descriptions / distributions</a:t>
            </a:r>
            <a:endParaRPr lang="en-GB" noProof="0" dirty="0"/>
          </a:p>
          <a:p>
            <a:r>
              <a:rPr lang="en-US" noProof="0" dirty="0"/>
              <a:t>Open for feedback and review until 15 September</a:t>
            </a:r>
          </a:p>
          <a:p>
            <a:pPr lvl="1"/>
            <a:r>
              <a:rPr lang="en-US" dirty="0"/>
              <a:t>Need consensus for implementing changes to the SEMIC XSLT</a:t>
            </a:r>
            <a:endParaRPr lang="en-US" noProof="0" dirty="0"/>
          </a:p>
          <a:p>
            <a:r>
              <a:rPr lang="en-US" noProof="0" dirty="0"/>
              <a:t>Activity </a:t>
            </a:r>
            <a:r>
              <a:rPr lang="en-US" dirty="0"/>
              <a:t>o</a:t>
            </a:r>
            <a:r>
              <a:rPr lang="en-US" noProof="0" dirty="0"/>
              <a:t>n the GitHub repositories is low</a:t>
            </a:r>
          </a:p>
          <a:p>
            <a:r>
              <a:rPr lang="en-US" noProof="0" dirty="0"/>
              <a:t>How to engage the community to reactivate discussions and ensure resolution of key issues?</a:t>
            </a:r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55191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5751</TotalTime>
  <Words>168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Issues Working Team T-1A Progress from last ad-hoc meeting</vt:lpstr>
      <vt:lpstr> Prioritised issues</vt:lpstr>
      <vt:lpstr>Open issues - Work ongoing, tackled by T-1B</vt:lpstr>
      <vt:lpstr>Closed / Resolved issues</vt:lpstr>
      <vt:lpstr>Less prioritised issues </vt:lpstr>
      <vt:lpstr>Issues to be tackled in next T-1A meeting</vt:lpstr>
      <vt:lpstr>Discussion / Next steps</vt:lpstr>
    </vt:vector>
  </TitlesOfParts>
  <Company>European Commission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ESCRIU Jordi (JRC-ISPRA)</dc:creator>
  <cp:lastModifiedBy>ESCRIU Jordi (JRC-ISPRA)</cp:lastModifiedBy>
  <cp:revision>39</cp:revision>
  <dcterms:created xsi:type="dcterms:W3CDTF">2026-02-20T15:03:55Z</dcterms:created>
  <dcterms:modified xsi:type="dcterms:W3CDTF">2026-07-07T07:39:27Z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2026-02-20T15:23:35Z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b2541afa-2a85-4f17-9b7a-98e582069865</vt:lpwstr>
  </property>
  <property fmtid="{D5CDD505-2E9C-101B-9397-08002B2CF9AE}" pid="8" name="MSIP_Label_6bd9ddd1-4d20-43f6-abfa-fc3c07406f94_ContentBits">
    <vt:lpwstr>0</vt:lpwstr>
  </property>
  <property fmtid="{D5CDD505-2E9C-101B-9397-08002B2CF9AE}" pid="9" name="MSIP_Label_6bd9ddd1-4d20-43f6-abfa-fc3c07406f94_Tag">
    <vt:lpwstr>10, 3, 0, 1</vt:lpwstr>
  </property>
</Properties>
</file>