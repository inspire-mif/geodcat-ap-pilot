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12"/>
  </p:notesMasterIdLst>
  <p:sldIdLst>
    <p:sldId id="256" r:id="rId3"/>
    <p:sldId id="269" r:id="rId4"/>
    <p:sldId id="608" r:id="rId5"/>
    <p:sldId id="616" r:id="rId6"/>
    <p:sldId id="609" r:id="rId7"/>
    <p:sldId id="618" r:id="rId8"/>
    <p:sldId id="619" r:id="rId9"/>
    <p:sldId id="271" r:id="rId10"/>
    <p:sldId id="260" r:id="rId11"/>
  </p:sldIdLst>
  <p:sldSz cx="18288000" cy="1028700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635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20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UNDO Antonio" userId="821229aa-e62b-4e00-a2f6-d86e1618bccf" providerId="ADAL" clId="{A3126EE1-C07D-40C9-B562-20A4A32C4081}"/>
    <pc:docChg chg="undo redo custSel addSld delSld modSld">
      <pc:chgData name="ROTUNDO Antonio" userId="821229aa-e62b-4e00-a2f6-d86e1618bccf" providerId="ADAL" clId="{A3126EE1-C07D-40C9-B562-20A4A32C4081}" dt="2026-07-06T16:50:29.371" v="592" actId="255"/>
      <pc:docMkLst>
        <pc:docMk/>
      </pc:docMkLst>
      <pc:sldChg chg="modSp mod">
        <pc:chgData name="ROTUNDO Antonio" userId="821229aa-e62b-4e00-a2f6-d86e1618bccf" providerId="ADAL" clId="{A3126EE1-C07D-40C9-B562-20A4A32C4081}" dt="2026-07-06T16:50:29.371" v="592" actId="255"/>
        <pc:sldMkLst>
          <pc:docMk/>
          <pc:sldMk cId="0" sldId="256"/>
        </pc:sldMkLst>
        <pc:spChg chg="mod">
          <ac:chgData name="ROTUNDO Antonio" userId="821229aa-e62b-4e00-a2f6-d86e1618bccf" providerId="ADAL" clId="{A3126EE1-C07D-40C9-B562-20A4A32C4081}" dt="2026-07-06T16:50:29.371" v="592" actId="255"/>
          <ac:spMkLst>
            <pc:docMk/>
            <pc:sldMk cId="0" sldId="256"/>
            <ac:spMk id="91" creationId="{00000000-0000-0000-0000-000000000000}"/>
          </ac:spMkLst>
        </pc:spChg>
      </pc:sldChg>
      <pc:sldChg chg="del">
        <pc:chgData name="ROTUNDO Antonio" userId="821229aa-e62b-4e00-a2f6-d86e1618bccf" providerId="ADAL" clId="{A3126EE1-C07D-40C9-B562-20A4A32C4081}" dt="2026-07-06T16:47:40.225" v="566" actId="47"/>
        <pc:sldMkLst>
          <pc:docMk/>
          <pc:sldMk cId="0" sldId="268"/>
        </pc:sldMkLst>
      </pc:sldChg>
      <pc:sldChg chg="delSp modSp mod">
        <pc:chgData name="ROTUNDO Antonio" userId="821229aa-e62b-4e00-a2f6-d86e1618bccf" providerId="ADAL" clId="{A3126EE1-C07D-40C9-B562-20A4A32C4081}" dt="2026-07-06T16:49:13.497" v="578" actId="948"/>
        <pc:sldMkLst>
          <pc:docMk/>
          <pc:sldMk cId="2788758393" sldId="271"/>
        </pc:sldMkLst>
        <pc:spChg chg="mod">
          <ac:chgData name="ROTUNDO Antonio" userId="821229aa-e62b-4e00-a2f6-d86e1618bccf" providerId="ADAL" clId="{A3126EE1-C07D-40C9-B562-20A4A32C4081}" dt="2026-07-06T16:49:13.497" v="578" actId="948"/>
          <ac:spMkLst>
            <pc:docMk/>
            <pc:sldMk cId="2788758393" sldId="271"/>
            <ac:spMk id="5" creationId="{CC972AF2-CC92-EB44-14F5-D7B70FC6CCE3}"/>
          </ac:spMkLst>
        </pc:spChg>
        <pc:picChg chg="del">
          <ac:chgData name="ROTUNDO Antonio" userId="821229aa-e62b-4e00-a2f6-d86e1618bccf" providerId="ADAL" clId="{A3126EE1-C07D-40C9-B562-20A4A32C4081}" dt="2026-07-06T16:47:46.322" v="567" actId="478"/>
          <ac:picMkLst>
            <pc:docMk/>
            <pc:sldMk cId="2788758393" sldId="271"/>
            <ac:picMk id="2" creationId="{4186879D-018A-EA8B-4283-B3C1BB720A60}"/>
          </ac:picMkLst>
        </pc:picChg>
      </pc:sldChg>
      <pc:sldChg chg="addSp delSp modSp mod">
        <pc:chgData name="ROTUNDO Antonio" userId="821229aa-e62b-4e00-a2f6-d86e1618bccf" providerId="ADAL" clId="{A3126EE1-C07D-40C9-B562-20A4A32C4081}" dt="2026-07-06T16:18:05.381" v="36" actId="208"/>
        <pc:sldMkLst>
          <pc:docMk/>
          <pc:sldMk cId="4112295509" sldId="609"/>
        </pc:sldMkLst>
        <pc:spChg chg="mod">
          <ac:chgData name="ROTUNDO Antonio" userId="821229aa-e62b-4e00-a2f6-d86e1618bccf" providerId="ADAL" clId="{A3126EE1-C07D-40C9-B562-20A4A32C4081}" dt="2026-07-06T16:17:55.365" v="35" actId="20577"/>
          <ac:spMkLst>
            <pc:docMk/>
            <pc:sldMk cId="4112295509" sldId="609"/>
            <ac:spMk id="10" creationId="{A78F8BEC-F4F1-E3AF-A6A8-DBD6D88F59D6}"/>
          </ac:spMkLst>
        </pc:spChg>
        <pc:spChg chg="mod">
          <ac:chgData name="ROTUNDO Antonio" userId="821229aa-e62b-4e00-a2f6-d86e1618bccf" providerId="ADAL" clId="{A3126EE1-C07D-40C9-B562-20A4A32C4081}" dt="2026-07-06T16:15:56.004" v="0" actId="20577"/>
          <ac:spMkLst>
            <pc:docMk/>
            <pc:sldMk cId="4112295509" sldId="609"/>
            <ac:spMk id="12" creationId="{0E562B1F-4B25-093D-4F83-80C0D00D3D58}"/>
          </ac:spMkLst>
        </pc:spChg>
        <pc:picChg chg="del">
          <ac:chgData name="ROTUNDO Antonio" userId="821229aa-e62b-4e00-a2f6-d86e1618bccf" providerId="ADAL" clId="{A3126EE1-C07D-40C9-B562-20A4A32C4081}" dt="2026-07-06T16:16:03.438" v="1" actId="478"/>
          <ac:picMkLst>
            <pc:docMk/>
            <pc:sldMk cId="4112295509" sldId="609"/>
            <ac:picMk id="3" creationId="{ABA981E1-79C1-B3F9-9869-114DEC32DD09}"/>
          </ac:picMkLst>
        </pc:picChg>
        <pc:picChg chg="add mod">
          <ac:chgData name="ROTUNDO Antonio" userId="821229aa-e62b-4e00-a2f6-d86e1618bccf" providerId="ADAL" clId="{A3126EE1-C07D-40C9-B562-20A4A32C4081}" dt="2026-07-06T16:18:05.381" v="36" actId="208"/>
          <ac:picMkLst>
            <pc:docMk/>
            <pc:sldMk cId="4112295509" sldId="609"/>
            <ac:picMk id="4" creationId="{6F2F444D-E39B-2425-6E4D-7C53D9FAFDE4}"/>
          </ac:picMkLst>
        </pc:picChg>
      </pc:sldChg>
      <pc:sldChg chg="del">
        <pc:chgData name="ROTUNDO Antonio" userId="821229aa-e62b-4e00-a2f6-d86e1618bccf" providerId="ADAL" clId="{A3126EE1-C07D-40C9-B562-20A4A32C4081}" dt="2026-07-06T16:17:38.345" v="29" actId="47"/>
        <pc:sldMkLst>
          <pc:docMk/>
          <pc:sldMk cId="3708622009" sldId="615"/>
        </pc:sldMkLst>
      </pc:sldChg>
      <pc:sldChg chg="add del">
        <pc:chgData name="ROTUNDO Antonio" userId="821229aa-e62b-4e00-a2f6-d86e1618bccf" providerId="ADAL" clId="{A3126EE1-C07D-40C9-B562-20A4A32C4081}" dt="2026-07-06T16:35:56.878" v="140" actId="47"/>
        <pc:sldMkLst>
          <pc:docMk/>
          <pc:sldMk cId="1368531855" sldId="617"/>
        </pc:sldMkLst>
      </pc:sldChg>
      <pc:sldChg chg="delSp modSp add mod">
        <pc:chgData name="ROTUNDO Antonio" userId="821229aa-e62b-4e00-a2f6-d86e1618bccf" providerId="ADAL" clId="{A3126EE1-C07D-40C9-B562-20A4A32C4081}" dt="2026-07-06T16:37:33.605" v="194" actId="113"/>
        <pc:sldMkLst>
          <pc:docMk/>
          <pc:sldMk cId="2378731414" sldId="618"/>
        </pc:sldMkLst>
        <pc:spChg chg="del">
          <ac:chgData name="ROTUNDO Antonio" userId="821229aa-e62b-4e00-a2f6-d86e1618bccf" providerId="ADAL" clId="{A3126EE1-C07D-40C9-B562-20A4A32C4081}" dt="2026-07-06T16:24:39.602" v="106" actId="478"/>
          <ac:spMkLst>
            <pc:docMk/>
            <pc:sldMk cId="2378731414" sldId="618"/>
            <ac:spMk id="9" creationId="{438CBF30-6904-EA81-9D1E-6B242518D882}"/>
          </ac:spMkLst>
        </pc:spChg>
        <pc:spChg chg="mod">
          <ac:chgData name="ROTUNDO Antonio" userId="821229aa-e62b-4e00-a2f6-d86e1618bccf" providerId="ADAL" clId="{A3126EE1-C07D-40C9-B562-20A4A32C4081}" dt="2026-07-06T16:22:51.110" v="52" actId="20577"/>
          <ac:spMkLst>
            <pc:docMk/>
            <pc:sldMk cId="2378731414" sldId="618"/>
            <ac:spMk id="10" creationId="{3E5F70C3-9D25-1264-D096-9332569163A3}"/>
          </ac:spMkLst>
        </pc:spChg>
        <pc:spChg chg="mod">
          <ac:chgData name="ROTUNDO Antonio" userId="821229aa-e62b-4e00-a2f6-d86e1618bccf" providerId="ADAL" clId="{A3126EE1-C07D-40C9-B562-20A4A32C4081}" dt="2026-07-06T16:37:33.605" v="194" actId="113"/>
          <ac:spMkLst>
            <pc:docMk/>
            <pc:sldMk cId="2378731414" sldId="618"/>
            <ac:spMk id="12" creationId="{B8CBE995-E08E-F4BB-EEA5-792D11521765}"/>
          </ac:spMkLst>
        </pc:spChg>
        <pc:picChg chg="del">
          <ac:chgData name="ROTUNDO Antonio" userId="821229aa-e62b-4e00-a2f6-d86e1618bccf" providerId="ADAL" clId="{A3126EE1-C07D-40C9-B562-20A4A32C4081}" dt="2026-07-06T16:22:53.340" v="53" actId="478"/>
          <ac:picMkLst>
            <pc:docMk/>
            <pc:sldMk cId="2378731414" sldId="618"/>
            <ac:picMk id="4" creationId="{06AB13FE-BC84-4C0E-D453-948519F8B837}"/>
          </ac:picMkLst>
        </pc:picChg>
      </pc:sldChg>
      <pc:sldChg chg="addSp delSp modSp add mod">
        <pc:chgData name="ROTUNDO Antonio" userId="821229aa-e62b-4e00-a2f6-d86e1618bccf" providerId="ADAL" clId="{A3126EE1-C07D-40C9-B562-20A4A32C4081}" dt="2026-07-06T16:47:25.321" v="565" actId="1076"/>
        <pc:sldMkLst>
          <pc:docMk/>
          <pc:sldMk cId="2468074790" sldId="619"/>
        </pc:sldMkLst>
        <pc:spChg chg="add mod">
          <ac:chgData name="ROTUNDO Antonio" userId="821229aa-e62b-4e00-a2f6-d86e1618bccf" providerId="ADAL" clId="{A3126EE1-C07D-40C9-B562-20A4A32C4081}" dt="2026-07-06T16:40:40.505" v="317" actId="571"/>
          <ac:spMkLst>
            <pc:docMk/>
            <pc:sldMk cId="2468074790" sldId="619"/>
            <ac:spMk id="4" creationId="{3DC8F634-A0D4-ECF5-E5FE-6668575FCC4A}"/>
          </ac:spMkLst>
        </pc:spChg>
        <pc:spChg chg="add mod">
          <ac:chgData name="ROTUNDO Antonio" userId="821229aa-e62b-4e00-a2f6-d86e1618bccf" providerId="ADAL" clId="{A3126EE1-C07D-40C9-B562-20A4A32C4081}" dt="2026-07-06T16:40:40.178" v="316" actId="571"/>
          <ac:spMkLst>
            <pc:docMk/>
            <pc:sldMk cId="2468074790" sldId="619"/>
            <ac:spMk id="6" creationId="{7624FFAB-5A22-951E-E8F9-7EB9DFED992F}"/>
          </ac:spMkLst>
        </pc:spChg>
        <pc:spChg chg="add mod">
          <ac:chgData name="ROTUNDO Antonio" userId="821229aa-e62b-4e00-a2f6-d86e1618bccf" providerId="ADAL" clId="{A3126EE1-C07D-40C9-B562-20A4A32C4081}" dt="2026-07-06T16:40:39.852" v="315" actId="571"/>
          <ac:spMkLst>
            <pc:docMk/>
            <pc:sldMk cId="2468074790" sldId="619"/>
            <ac:spMk id="8" creationId="{368AE0B6-5E32-CFF1-16DC-EE7F3F2F8272}"/>
          </ac:spMkLst>
        </pc:spChg>
        <pc:spChg chg="mod">
          <ac:chgData name="ROTUNDO Antonio" userId="821229aa-e62b-4e00-a2f6-d86e1618bccf" providerId="ADAL" clId="{A3126EE1-C07D-40C9-B562-20A4A32C4081}" dt="2026-07-06T16:41:40.804" v="352" actId="20577"/>
          <ac:spMkLst>
            <pc:docMk/>
            <pc:sldMk cId="2468074790" sldId="619"/>
            <ac:spMk id="10" creationId="{FAF2A603-5B79-E671-9CD9-7D92B2F3ABEF}"/>
          </ac:spMkLst>
        </pc:spChg>
        <pc:spChg chg="add mod">
          <ac:chgData name="ROTUNDO Antonio" userId="821229aa-e62b-4e00-a2f6-d86e1618bccf" providerId="ADAL" clId="{A3126EE1-C07D-40C9-B562-20A4A32C4081}" dt="2026-07-06T16:40:39.574" v="314" actId="571"/>
          <ac:spMkLst>
            <pc:docMk/>
            <pc:sldMk cId="2468074790" sldId="619"/>
            <ac:spMk id="11" creationId="{DED4181C-FF62-2DF7-68C3-8134EA22BCA8}"/>
          </ac:spMkLst>
        </pc:spChg>
        <pc:spChg chg="del">
          <ac:chgData name="ROTUNDO Antonio" userId="821229aa-e62b-4e00-a2f6-d86e1618bccf" providerId="ADAL" clId="{A3126EE1-C07D-40C9-B562-20A4A32C4081}" dt="2026-07-06T16:39:17.917" v="231" actId="478"/>
          <ac:spMkLst>
            <pc:docMk/>
            <pc:sldMk cId="2468074790" sldId="619"/>
            <ac:spMk id="12" creationId="{0C969822-D859-D7C1-BF59-851698269BB4}"/>
          </ac:spMkLst>
        </pc:spChg>
        <pc:spChg chg="add mod">
          <ac:chgData name="ROTUNDO Antonio" userId="821229aa-e62b-4e00-a2f6-d86e1618bccf" providerId="ADAL" clId="{A3126EE1-C07D-40C9-B562-20A4A32C4081}" dt="2026-07-06T16:40:39.302" v="313" actId="571"/>
          <ac:spMkLst>
            <pc:docMk/>
            <pc:sldMk cId="2468074790" sldId="619"/>
            <ac:spMk id="14" creationId="{1E33A20A-1AAA-9AD4-5DCF-33FF9F9396F4}"/>
          </ac:spMkLst>
        </pc:spChg>
        <pc:spChg chg="add mod">
          <ac:chgData name="ROTUNDO Antonio" userId="821229aa-e62b-4e00-a2f6-d86e1618bccf" providerId="ADAL" clId="{A3126EE1-C07D-40C9-B562-20A4A32C4081}" dt="2026-07-06T16:40:38.999" v="312" actId="571"/>
          <ac:spMkLst>
            <pc:docMk/>
            <pc:sldMk cId="2468074790" sldId="619"/>
            <ac:spMk id="16" creationId="{74B38330-25DB-C2F3-3846-E7418BF50956}"/>
          </ac:spMkLst>
        </pc:spChg>
        <pc:spChg chg="add mod">
          <ac:chgData name="ROTUNDO Antonio" userId="821229aa-e62b-4e00-a2f6-d86e1618bccf" providerId="ADAL" clId="{A3126EE1-C07D-40C9-B562-20A4A32C4081}" dt="2026-07-06T16:47:25.321" v="565" actId="1076"/>
          <ac:spMkLst>
            <pc:docMk/>
            <pc:sldMk cId="2468074790" sldId="619"/>
            <ac:spMk id="20" creationId="{C29E8BDE-8B0D-BA21-D59A-8B2B187DCDDD}"/>
          </ac:spMkLst>
        </pc:spChg>
        <pc:picChg chg="add del mod">
          <ac:chgData name="ROTUNDO Antonio" userId="821229aa-e62b-4e00-a2f6-d86e1618bccf" providerId="ADAL" clId="{A3126EE1-C07D-40C9-B562-20A4A32C4081}" dt="2026-07-06T16:42:31.744" v="360" actId="478"/>
          <ac:picMkLst>
            <pc:docMk/>
            <pc:sldMk cId="2468074790" sldId="619"/>
            <ac:picMk id="3" creationId="{9F870D88-37D1-EF24-61C5-E434BB71E368}"/>
          </ac:picMkLst>
        </pc:picChg>
        <pc:picChg chg="add mod">
          <ac:chgData name="ROTUNDO Antonio" userId="821229aa-e62b-4e00-a2f6-d86e1618bccf" providerId="ADAL" clId="{A3126EE1-C07D-40C9-B562-20A4A32C4081}" dt="2026-07-06T16:40:40.505" v="317" actId="571"/>
          <ac:picMkLst>
            <pc:docMk/>
            <pc:sldMk cId="2468074790" sldId="619"/>
            <ac:picMk id="5" creationId="{B7908142-E322-778B-B9B0-2A47B991255C}"/>
          </ac:picMkLst>
        </pc:picChg>
        <pc:picChg chg="add mod">
          <ac:chgData name="ROTUNDO Antonio" userId="821229aa-e62b-4e00-a2f6-d86e1618bccf" providerId="ADAL" clId="{A3126EE1-C07D-40C9-B562-20A4A32C4081}" dt="2026-07-06T16:40:40.178" v="316" actId="571"/>
          <ac:picMkLst>
            <pc:docMk/>
            <pc:sldMk cId="2468074790" sldId="619"/>
            <ac:picMk id="7" creationId="{D70F063E-A7BE-40FC-C425-D40653BA256B}"/>
          </ac:picMkLst>
        </pc:picChg>
        <pc:picChg chg="add mod">
          <ac:chgData name="ROTUNDO Antonio" userId="821229aa-e62b-4e00-a2f6-d86e1618bccf" providerId="ADAL" clId="{A3126EE1-C07D-40C9-B562-20A4A32C4081}" dt="2026-07-06T16:40:39.852" v="315" actId="571"/>
          <ac:picMkLst>
            <pc:docMk/>
            <pc:sldMk cId="2468074790" sldId="619"/>
            <ac:picMk id="9" creationId="{944FB3C3-E00C-D7D1-A6A5-6A44B8E5EC3C}"/>
          </ac:picMkLst>
        </pc:picChg>
        <pc:picChg chg="add mod">
          <ac:chgData name="ROTUNDO Antonio" userId="821229aa-e62b-4e00-a2f6-d86e1618bccf" providerId="ADAL" clId="{A3126EE1-C07D-40C9-B562-20A4A32C4081}" dt="2026-07-06T16:40:39.574" v="314" actId="571"/>
          <ac:picMkLst>
            <pc:docMk/>
            <pc:sldMk cId="2468074790" sldId="619"/>
            <ac:picMk id="13" creationId="{CB6A3A13-9263-E53E-8FBB-E54878D355C6}"/>
          </ac:picMkLst>
        </pc:picChg>
        <pc:picChg chg="add mod">
          <ac:chgData name="ROTUNDO Antonio" userId="821229aa-e62b-4e00-a2f6-d86e1618bccf" providerId="ADAL" clId="{A3126EE1-C07D-40C9-B562-20A4A32C4081}" dt="2026-07-06T16:40:39.302" v="313" actId="571"/>
          <ac:picMkLst>
            <pc:docMk/>
            <pc:sldMk cId="2468074790" sldId="619"/>
            <ac:picMk id="15" creationId="{76C68222-D2ED-FC68-B787-E5ABBD007178}"/>
          </ac:picMkLst>
        </pc:picChg>
        <pc:picChg chg="add mod">
          <ac:chgData name="ROTUNDO Antonio" userId="821229aa-e62b-4e00-a2f6-d86e1618bccf" providerId="ADAL" clId="{A3126EE1-C07D-40C9-B562-20A4A32C4081}" dt="2026-07-06T16:40:38.999" v="312" actId="571"/>
          <ac:picMkLst>
            <pc:docMk/>
            <pc:sldMk cId="2468074790" sldId="619"/>
            <ac:picMk id="17" creationId="{778B1223-31DE-A0BF-FF23-0C5DBC7EE040}"/>
          </ac:picMkLst>
        </pc:picChg>
        <pc:picChg chg="add mod">
          <ac:chgData name="ROTUNDO Antonio" userId="821229aa-e62b-4e00-a2f6-d86e1618bccf" providerId="ADAL" clId="{A3126EE1-C07D-40C9-B562-20A4A32C4081}" dt="2026-07-06T16:47:17.434" v="563" actId="1076"/>
          <ac:picMkLst>
            <pc:docMk/>
            <pc:sldMk cId="2468074790" sldId="619"/>
            <ac:picMk id="19" creationId="{01D0E443-3179-9390-4BD7-E9A58C811D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A3FA0-3346-45B1-91B5-B9C6369A565E}" type="datetimeFigureOut">
              <a:rPr lang="it-IT" smtClean="0"/>
              <a:t>06/07/2026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2DFC6-607E-4672-A28C-4696FED54F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8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72127B-00B6-4A28-B93E-EB58A0002B30}" type="slidenum">
              <a:t>‹N›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C25111-5828-4C99-A38A-5BD93433DAF8}" type="slidenum">
              <a:t>‹N›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7B09323-B277-445F-8615-35451CD1FE93}" type="slidenum">
              <a:t>‹N›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D1076C0-6C8D-445F-8B42-CA419168ABEF}" type="slidenum">
              <a:t>‹N›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35D51EE-01FC-4B52-A4FF-BBD89D75F33F}" type="slidenum">
              <a:t>‹N›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7BCD2CA-7705-4705-BEA7-42AD600E16B4}" type="slidenum">
              <a:t>‹N›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45B31BF-AFCA-4B75-8F92-75954C437C1A}" type="slidenum"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53FB0E7-7445-4008-B6C7-BE01E1E5BA8B}" type="slidenum"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F215B73-9AC0-4617-9ABD-ED8279E69842}" type="slidenum"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37F2F14-4E25-4C90-A089-9B8767C50C68}" type="slidenum">
              <a:t>‹N›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E296D9B-713B-4017-89EC-59B0368273B3}" type="slidenum">
              <a:t>‹N›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it-IT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it-IT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2719F8-4377-495E-8841-C14E93C535BF}" type="slidenum">
              <a:t>‹N›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unti elenc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1266824" y="1333500"/>
            <a:ext cx="15754200" cy="7610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869BD-C196-4C6D-9E11-DD84BBA9BAC3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5822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 - Orizzonta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pic" idx="2"/>
          </p:nvPr>
        </p:nvSpPr>
        <p:spPr>
          <a:xfrm>
            <a:off x="2344474" y="504824"/>
            <a:ext cx="13602000" cy="6553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76250" y="7086600"/>
            <a:ext cx="17335800" cy="1504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76250" y="8639174"/>
            <a:ext cx="17335800" cy="1191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DA458-7749-48DD-9EA3-A618180F0FA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1027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olo - Centrat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333500" y="3400424"/>
            <a:ext cx="15621000" cy="348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DC34A-AB6C-4521-8866-CFDEBF5B871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44970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 - Vertica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pic" idx="2"/>
          </p:nvPr>
        </p:nvSpPr>
        <p:spPr>
          <a:xfrm>
            <a:off x="9874484" y="828674"/>
            <a:ext cx="7143600" cy="8629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38250" y="828674"/>
            <a:ext cx="7667400" cy="4210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6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38250" y="5133974"/>
            <a:ext cx="7667400" cy="432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tillium Web"/>
              <a:buNone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EAAD0-28B7-4BF7-9CD5-76E07B75C87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4566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olo - In alto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266824" y="714374"/>
            <a:ext cx="15754200" cy="17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D4E7C-D678-40D9-8F1E-5BEF8549657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08881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olo, punti elenco e fot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pic" idx="2"/>
          </p:nvPr>
        </p:nvSpPr>
        <p:spPr>
          <a:xfrm>
            <a:off x="9877424" y="2428874"/>
            <a:ext cx="7143600" cy="6905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1266824" y="714374"/>
            <a:ext cx="15754200" cy="17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0" marR="0" lvl="1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0" marR="0" lvl="2" indent="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0" marR="0" lvl="3" indent="508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0" marR="0" lvl="4" indent="685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0" marR="0" lvl="5" indent="863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0" marR="0" lvl="6" indent="1041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0" marR="0" lvl="7" indent="1193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0" marR="0" lvl="8" indent="1371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335"/>
              </a:buClr>
              <a:buFont typeface="Titillium Web"/>
              <a:buNone/>
              <a:defRPr sz="8400" b="0" i="0" u="none" strike="noStrike" cap="none">
                <a:solidFill>
                  <a:srgbClr val="01033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it-IT"/>
              <a:t>Fare clic per modificare lo stile del titolo</a:t>
            </a:r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1266824" y="2428874"/>
            <a:ext cx="7506000" cy="6905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31800" marR="0" lvl="0" indent="-2794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838200" marR="0" lvl="1" indent="-2540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270000" marR="0" lvl="2" indent="-2794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676400" marR="0" lvl="3" indent="-2540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108200" marR="0" lvl="4" indent="-279400" algn="l" rtl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000000"/>
              </a:buClr>
              <a:buSzPct val="76470"/>
              <a:buFont typeface="Titillium Web"/>
              <a:buChar char="•"/>
              <a:defRPr sz="34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158A8-6240-40BB-BDE3-0148ECAB852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11368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 - 3 per pagina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pic" idx="2"/>
          </p:nvPr>
        </p:nvSpPr>
        <p:spPr>
          <a:xfrm>
            <a:off x="11820524" y="5286374"/>
            <a:ext cx="5553000" cy="4162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48" name="Shape 48"/>
          <p:cNvSpPr>
            <a:spLocks noGrp="1"/>
          </p:cNvSpPr>
          <p:nvPr>
            <p:ph type="pic" idx="3"/>
          </p:nvPr>
        </p:nvSpPr>
        <p:spPr>
          <a:xfrm>
            <a:off x="11820524" y="847724"/>
            <a:ext cx="5553000" cy="41628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49" name="Shape 49"/>
          <p:cNvSpPr>
            <a:spLocks noGrp="1"/>
          </p:cNvSpPr>
          <p:nvPr>
            <p:ph type="pic" idx="4"/>
          </p:nvPr>
        </p:nvSpPr>
        <p:spPr>
          <a:xfrm>
            <a:off x="904874" y="847724"/>
            <a:ext cx="10630200" cy="8601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>
                <a:sym typeface="Titillium Web"/>
              </a:rPr>
              <a:t>Fare clic sull'icona per inserire un'immagine</a:t>
            </a:r>
            <a:endParaRPr noProof="0">
              <a:sym typeface="Titillium Web"/>
            </a:endParaRPr>
          </a:p>
        </p:txBody>
      </p:sp>
      <p:sp>
        <p:nvSpPr>
          <p:cNvPr id="5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04857-9C2E-48FF-8F93-02996750E95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17129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tazion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1790700" y="6715124"/>
            <a:ext cx="14716200" cy="5142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2800" b="0" i="0" u="none" strike="noStrike" cap="none">
                <a:solidFill>
                  <a:srgbClr val="000000"/>
                </a:solidFill>
                <a:latin typeface="Titillium Web" panose="00000500000000000000" pitchFamily="2" charset="0"/>
                <a:ea typeface="Titillium Web" panose="00000500000000000000" pitchFamily="2" charset="0"/>
                <a:cs typeface="Titillium Web" panose="00000500000000000000" pitchFamily="2" charset="0"/>
                <a:sym typeface="Helvetica Neue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3" name="Shape 53"/>
          <p:cNvSpPr txBox="1">
            <a:spLocks noGrp="1"/>
          </p:cNvSpPr>
          <p:nvPr>
            <p:ph type="body" idx="2"/>
          </p:nvPr>
        </p:nvSpPr>
        <p:spPr>
          <a:xfrm>
            <a:off x="1790700" y="4533900"/>
            <a:ext cx="14716200" cy="666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4000" b="0" i="0" u="none" strike="noStrike" cap="none">
                <a:solidFill>
                  <a:srgbClr val="000000"/>
                </a:solidFill>
                <a:latin typeface="Titillium Web" panose="00000500000000000000" pitchFamily="2" charset="0"/>
                <a:ea typeface="Titillium Web" panose="00000500000000000000" pitchFamily="2" charset="0"/>
                <a:cs typeface="Titillium Web" panose="00000500000000000000" pitchFamily="2" charset="0"/>
                <a:sym typeface="Helvetica Neue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BD54D-FDA8-4DA7-9FD2-B93ACB51C0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2027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t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pic" idx="2"/>
          </p:nvPr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marL="482600" marR="0" lvl="0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65200" marR="0" lvl="1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422400" marR="0" lvl="2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905000" marR="0" lvl="3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387600" marR="0" lvl="4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870200" marR="0" lvl="5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327400" marR="0" lvl="6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810000" marR="0" lvl="7" indent="-2794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292600" marR="0" lvl="8" indent="-304800" algn="l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Titillium Web"/>
              <a:buChar char="•"/>
              <a:defRPr sz="4000" b="0" i="0" u="none" strike="noStrike" cap="non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lvl="0"/>
            <a:r>
              <a:rPr lang="it-IT" noProof="0" dirty="0">
                <a:sym typeface="Titillium Web"/>
              </a:rPr>
              <a:t>Fare clic sull'icona per inserire un'immagine</a:t>
            </a:r>
            <a:endParaRPr noProof="0" dirty="0">
              <a:sym typeface="Titillium Web"/>
            </a:endParaRPr>
          </a:p>
        </p:txBody>
      </p:sp>
      <p:sp>
        <p:nvSpPr>
          <p:cNvPr id="3" name="Shape 10"/>
          <p:cNvSpPr txBox="1">
            <a:spLocks noGrp="1"/>
          </p:cNvSpPr>
          <p:nvPr>
            <p:ph type="sldNum" idx="13"/>
          </p:nvPr>
        </p:nvSpPr>
        <p:spPr>
          <a:xfrm>
            <a:off x="8969376" y="9810751"/>
            <a:ext cx="339724" cy="352426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4B94C-08D4-4942-B9F1-6729B5626D1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73632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623416" y="1489148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10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623398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91440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1pPr>
            <a:lvl2pPr marL="1828800" lvl="1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2pPr>
            <a:lvl3pPr marL="2743200" lvl="2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3pPr>
            <a:lvl4pPr marL="3657600" lvl="3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4pPr>
            <a:lvl5pPr marL="4572000" lvl="4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5600"/>
            </a:lvl5pPr>
            <a:lvl6pPr marL="5486400" lvl="5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6400800" lvl="6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7315200" lvl="7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8229600" lvl="8" indent="-685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17368690" y="9401638"/>
            <a:ext cx="6738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2000">
                <a:solidFill>
                  <a:srgbClr val="585858"/>
                </a:solidFill>
              </a:defRPr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85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&lt;piè di pagina&gt;</a:t>
            </a:r>
            <a:endParaRPr lang="it-IT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5EFE09F-3C84-4137-80E4-633272537196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‹N›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it-IT" sz="1400" b="0" strike="noStrike" spc="-1">
                <a:latin typeface="Times New Roman"/>
              </a:defRPr>
            </a:lvl1pPr>
          </a:lstStyle>
          <a:p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it-IT" sz="4400" b="0" strike="noStrike" spc="-1">
                <a:latin typeface="Arial"/>
              </a:rPr>
              <a:t>Fai clic per modificare il formato del testo del titolo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strike="noStrike" spc="-1">
                <a:latin typeface="Arial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strike="noStrike" spc="-1">
                <a:latin typeface="Arial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strike="noStrike" spc="-1">
                <a:latin typeface="Arial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strike="noStrike" spc="-1">
                <a:latin typeface="Arial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>
                <a:latin typeface="Arial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 userDrawn="1"/>
        </p:nvGrpSpPr>
        <p:grpSpPr>
          <a:xfrm>
            <a:off x="-8080" y="9581718"/>
            <a:ext cx="18296080" cy="705600"/>
            <a:chOff x="-4040" y="4790859"/>
            <a:chExt cx="9162000" cy="352800"/>
          </a:xfrm>
        </p:grpSpPr>
        <p:sp>
          <p:nvSpPr>
            <p:cNvPr id="12" name="Rettangolo 11"/>
            <p:cNvSpPr/>
            <p:nvPr userDrawn="1"/>
          </p:nvSpPr>
          <p:spPr>
            <a:xfrm>
              <a:off x="-4040" y="4790859"/>
              <a:ext cx="9162000" cy="3528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3600"/>
            </a:p>
          </p:txBody>
        </p:sp>
        <p:pic>
          <p:nvPicPr>
            <p:cNvPr id="13" name="Immagine 12"/>
            <p:cNvPicPr>
              <a:picLocks noChangeAspect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1613" y="4874885"/>
              <a:ext cx="977900" cy="139700"/>
            </a:xfrm>
            <a:prstGeom prst="rect">
              <a:avLst/>
            </a:prstGeom>
          </p:spPr>
        </p:pic>
      </p:grpSp>
      <p:sp>
        <p:nvSpPr>
          <p:cNvPr id="1026" name="Shape 6"/>
          <p:cNvSpPr txBox="1">
            <a:spLocks noGrp="1"/>
          </p:cNvSpPr>
          <p:nvPr>
            <p:ph type="title"/>
          </p:nvPr>
        </p:nvSpPr>
        <p:spPr bwMode="auto">
          <a:xfrm>
            <a:off x="1266827" y="714376"/>
            <a:ext cx="157543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75" tIns="34275" rIns="34275" bIns="3427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it-IT" altLang="it-IT">
              <a:sym typeface="Arial" panose="020B0604020202020204" pitchFamily="34" charset="0"/>
            </a:endParaRPr>
          </a:p>
        </p:txBody>
      </p:sp>
      <p:sp>
        <p:nvSpPr>
          <p:cNvPr id="1029" name="Shape 9"/>
          <p:cNvSpPr txBox="1">
            <a:spLocks noGrp="1"/>
          </p:cNvSpPr>
          <p:nvPr>
            <p:ph type="body" idx="1"/>
          </p:nvPr>
        </p:nvSpPr>
        <p:spPr bwMode="auto">
          <a:xfrm>
            <a:off x="1266827" y="2428876"/>
            <a:ext cx="15754350" cy="69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75" tIns="34275" rIns="34275" bIns="34275" numCol="1" anchor="ctr" anchorCtr="0" compatLnSpc="1">
            <a:prstTxWarp prst="textNoShape">
              <a:avLst/>
            </a:prstTxWarp>
          </a:bodyPr>
          <a:lstStyle/>
          <a:p>
            <a:pPr lvl="0"/>
            <a:endParaRPr lang="it-IT" altLang="it-IT" dirty="0">
              <a:sym typeface="Arial" panose="020B0604020202020204" pitchFamily="34" charset="0"/>
            </a:endParaRPr>
          </a:p>
        </p:txBody>
      </p:sp>
      <p:sp>
        <p:nvSpPr>
          <p:cNvPr id="14" name="Shape 10"/>
          <p:cNvSpPr txBox="1">
            <a:spLocks noGrp="1"/>
          </p:cNvSpPr>
          <p:nvPr>
            <p:ph type="sldNum" idx="4"/>
          </p:nvPr>
        </p:nvSpPr>
        <p:spPr bwMode="auto">
          <a:xfrm>
            <a:off x="8969376" y="9810751"/>
            <a:ext cx="339724" cy="35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50" tIns="19050" rIns="19050" bIns="1905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000000"/>
              </a:buClr>
              <a:buSzPct val="25000"/>
              <a:buFont typeface="Helvetica Neue"/>
              <a:buNone/>
              <a:defRPr sz="1800" baseline="0">
                <a:solidFill>
                  <a:schemeClr val="bg1"/>
                </a:solidFill>
                <a:latin typeface="Titillium Web" panose="00000500000000000000" pitchFamily="2" charset="0"/>
                <a:ea typeface="Titillium Web" panose="00000500000000000000" pitchFamily="2" charset="0"/>
                <a:cs typeface="Titillium Web" panose="00000500000000000000" pitchFamily="2" charset="0"/>
                <a:sym typeface="Helvetica Neue"/>
              </a:defRPr>
            </a:lvl1pPr>
          </a:lstStyle>
          <a:p>
            <a:pPr>
              <a:defRPr/>
            </a:pPr>
            <a:fld id="{87EED4DC-E30F-413B-8041-0A82977AD044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6839665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Titillium Web" panose="00000500000000000000" pitchFamily="2" charset="0"/>
          <a:ea typeface="Titillium Web" panose="00000500000000000000" pitchFamily="2" charset="0"/>
          <a:cs typeface="Arial"/>
          <a:sym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2743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3657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Titillium Web" panose="00000500000000000000" pitchFamily="2" charset="0"/>
          <a:ea typeface="Titillium Web" panose="00000500000000000000" pitchFamily="2" charset="0"/>
          <a:cs typeface="Arial"/>
          <a:sym typeface="Arial" panose="020B0604020202020204" pitchFamily="34" charset="0"/>
        </a:defRPr>
      </a:lvl1pPr>
      <a:lvl2pPr lvl="1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SPIRE-MIF/GeoDCAT-AP-pilot/blob/main/good-practices/hvd-tagging/ISO_HVD_Tagging_Anchor_Multilingual-clarification.xml" TargetMode="External"/><Relationship Id="rId2" Type="http://schemas.openxmlformats.org/officeDocument/2006/relationships/hyperlink" Target="https://github.com/INSPIRE-MIF/GeoDCAT-AP-pilot/blob/main/good-practices/hvd-tagging/ISO_HVD_Tagging_Anchor_Non-Multilingual-clarification.xml" TargetMode="Externa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INSPIRE-MIF/GeoDCAT-AP-pilot/blob/main/good-practices/hvd-tagging/specification.md" TargetMode="Externa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tiff"/><Relationship Id="rId5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2"/>
          <p:cNvGrpSpPr/>
          <p:nvPr/>
        </p:nvGrpSpPr>
        <p:grpSpPr>
          <a:xfrm>
            <a:off x="-9030240" y="-2135520"/>
            <a:ext cx="14667480" cy="14555880"/>
            <a:chOff x="-9030240" y="-2135520"/>
            <a:chExt cx="14667480" cy="14555880"/>
          </a:xfrm>
        </p:grpSpPr>
        <p:grpSp>
          <p:nvGrpSpPr>
            <p:cNvPr id="84" name="Group 3"/>
            <p:cNvGrpSpPr/>
            <p:nvPr/>
          </p:nvGrpSpPr>
          <p:grpSpPr>
            <a:xfrm>
              <a:off x="-8918640" y="-2135520"/>
              <a:ext cx="14555880" cy="14555880"/>
              <a:chOff x="-8918640" y="-2135520"/>
              <a:chExt cx="14555880" cy="14555880"/>
            </a:xfrm>
          </p:grpSpPr>
          <p:sp>
            <p:nvSpPr>
              <p:cNvPr id="85" name="Freeform 4"/>
              <p:cNvSpPr/>
              <p:nvPr/>
            </p:nvSpPr>
            <p:spPr>
              <a:xfrm>
                <a:off x="-8918640" y="-2135520"/>
                <a:ext cx="14555880" cy="1455588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ADC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TextBox 5"/>
              <p:cNvSpPr/>
              <p:nvPr/>
            </p:nvSpPr>
            <p:spPr>
              <a:xfrm>
                <a:off x="-7553880" y="-1452960"/>
                <a:ext cx="11826360" cy="12508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87" name="Group 6"/>
            <p:cNvGrpSpPr/>
            <p:nvPr/>
          </p:nvGrpSpPr>
          <p:grpSpPr>
            <a:xfrm>
              <a:off x="-9030240" y="-1916640"/>
              <a:ext cx="14118120" cy="14118120"/>
              <a:chOff x="-9030240" y="-1916640"/>
              <a:chExt cx="14118120" cy="14118120"/>
            </a:xfrm>
          </p:grpSpPr>
          <p:sp>
            <p:nvSpPr>
              <p:cNvPr id="88" name="Freeform 7"/>
              <p:cNvSpPr/>
              <p:nvPr/>
            </p:nvSpPr>
            <p:spPr>
              <a:xfrm>
                <a:off x="-9030240" y="-1916640"/>
                <a:ext cx="14118120" cy="1411812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it-IT" dirty="0"/>
              </a:p>
            </p:txBody>
          </p:sp>
          <p:sp>
            <p:nvSpPr>
              <p:cNvPr id="89" name="TextBox 8"/>
              <p:cNvSpPr/>
              <p:nvPr/>
            </p:nvSpPr>
            <p:spPr>
              <a:xfrm>
                <a:off x="-7706520" y="-1254600"/>
                <a:ext cx="11470680" cy="1213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90" name="Freeform 9"/>
          <p:cNvSpPr/>
          <p:nvPr/>
        </p:nvSpPr>
        <p:spPr>
          <a:xfrm>
            <a:off x="518760" y="4865400"/>
            <a:ext cx="3290760" cy="511560"/>
          </a:xfrm>
          <a:custGeom>
            <a:avLst/>
            <a:gdLst/>
            <a:ahLst/>
            <a:cxnLst/>
            <a:rect l="l" t="t" r="r" b="b"/>
            <a:pathLst>
              <a:path w="3292889" h="513784">
                <a:moveTo>
                  <a:pt x="0" y="0"/>
                </a:moveTo>
                <a:lnTo>
                  <a:pt x="3292889" y="0"/>
                </a:lnTo>
                <a:lnTo>
                  <a:pt x="3292889" y="513784"/>
                </a:lnTo>
                <a:lnTo>
                  <a:pt x="0" y="5137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91" name="Titolo 1"/>
          <p:cNvSpPr/>
          <p:nvPr/>
        </p:nvSpPr>
        <p:spPr>
          <a:xfrm>
            <a:off x="5943600" y="916200"/>
            <a:ext cx="11885400" cy="84250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buNone/>
            </a:pPr>
            <a:endParaRPr lang="it-IT" sz="36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</a:pPr>
            <a:endParaRPr lang="it-IT" sz="4200" b="1" spc="-1" dirty="0">
              <a:solidFill>
                <a:srgbClr val="1467CD"/>
              </a:solidFill>
              <a:latin typeface="Titillium Web Light"/>
              <a:ea typeface="Calibri"/>
            </a:endParaRPr>
          </a:p>
          <a:p>
            <a:pPr algn="ctr">
              <a:lnSpc>
                <a:spcPct val="90000"/>
              </a:lnSpc>
            </a:pPr>
            <a:r>
              <a:rPr lang="en-US" sz="6000" spc="-1" dirty="0">
                <a:solidFill>
                  <a:srgbClr val="1467CD"/>
                </a:solidFill>
                <a:latin typeface="Raleway" pitchFamily="2" charset="0"/>
                <a:ea typeface="Calibri"/>
              </a:rPr>
              <a:t>ISO &amp; GeoDCAT-AP Pilot Working Team T-1B</a:t>
            </a:r>
          </a:p>
          <a:p>
            <a:pPr algn="ctr">
              <a:lnSpc>
                <a:spcPct val="90000"/>
              </a:lnSpc>
            </a:pPr>
            <a:endParaRPr lang="en-US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en-US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it-IT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it-IT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endParaRPr lang="it-IT" sz="4200" spc="-1" dirty="0">
              <a:solidFill>
                <a:srgbClr val="1467CD"/>
              </a:solidFill>
              <a:latin typeface="Raleway" pitchFamily="2" charset="0"/>
              <a:ea typeface="Calibri"/>
            </a:endParaRPr>
          </a:p>
          <a:p>
            <a:pPr algn="ctr">
              <a:lnSpc>
                <a:spcPct val="90000"/>
              </a:lnSpc>
            </a:pPr>
            <a:r>
              <a:rPr lang="en-US" sz="5400" b="1" spc="-1" dirty="0">
                <a:solidFill>
                  <a:srgbClr val="1467CD"/>
                </a:solidFill>
                <a:latin typeface="Raleway" pitchFamily="2" charset="0"/>
                <a:ea typeface="Calibri"/>
              </a:rPr>
              <a:t>Geospatial High-Value Datasets tagging good practice specification</a:t>
            </a:r>
            <a:endParaRPr lang="it-IT" sz="5400" b="1" dirty="0">
              <a:latin typeface="Raleway" pitchFamily="2" charset="0"/>
            </a:endParaRPr>
          </a:p>
          <a:p>
            <a:pPr algn="ctr">
              <a:lnSpc>
                <a:spcPct val="90000"/>
              </a:lnSpc>
              <a:buNone/>
            </a:pPr>
            <a:endParaRPr lang="it-IT" sz="42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</a:pPr>
            <a:endParaRPr lang="it-IT" sz="2400" spc="-1" dirty="0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lang="it-IT" sz="2400" spc="-1" dirty="0">
                <a:latin typeface="Arial"/>
              </a:rPr>
              <a:t>						Antonio </a:t>
            </a:r>
            <a:r>
              <a:rPr lang="it-IT" sz="2400" b="1" spc="-1" dirty="0">
                <a:latin typeface="Arial"/>
              </a:rPr>
              <a:t>ROTUNDO</a:t>
            </a:r>
            <a:r>
              <a:rPr lang="it-IT" sz="2400" spc="-1" dirty="0">
                <a:latin typeface="Arial"/>
              </a:rPr>
              <a:t> (AgID – Italy)</a:t>
            </a:r>
          </a:p>
          <a:p>
            <a:pPr>
              <a:lnSpc>
                <a:spcPct val="90000"/>
              </a:lnSpc>
            </a:pPr>
            <a:r>
              <a:rPr lang="it-IT" sz="2400" spc="-1" dirty="0"/>
              <a:t>						Jordi </a:t>
            </a:r>
            <a:r>
              <a:rPr lang="it-IT" sz="2400" b="1" spc="-1" dirty="0"/>
              <a:t>ESCRIU</a:t>
            </a:r>
            <a:r>
              <a:rPr lang="it-IT" sz="2400" spc="-1" dirty="0"/>
              <a:t> (JRC – European Commission)</a:t>
            </a:r>
          </a:p>
          <a:p>
            <a:pPr>
              <a:lnSpc>
                <a:spcPct val="90000"/>
              </a:lnSpc>
              <a:buNone/>
            </a:pPr>
            <a:endParaRPr lang="it-IT" sz="2400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</a:pPr>
            <a:endParaRPr lang="it-IT" sz="4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</a:pPr>
            <a:endParaRPr lang="it-IT" sz="2400" spc="-1" dirty="0">
              <a:solidFill>
                <a:srgbClr val="1467CD"/>
              </a:solidFill>
              <a:latin typeface="Titillium Web Light"/>
              <a:ea typeface="Calibri"/>
            </a:endParaRPr>
          </a:p>
          <a:p>
            <a:pPr algn="ctr">
              <a:lnSpc>
                <a:spcPct val="90000"/>
              </a:lnSpc>
              <a:buNone/>
            </a:pPr>
            <a:endParaRPr lang="it-IT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C29142-D98D-046E-9872-DF5764CAF97A}"/>
              </a:ext>
            </a:extLst>
          </p:cNvPr>
          <p:cNvSpPr txBox="1"/>
          <p:nvPr/>
        </p:nvSpPr>
        <p:spPr>
          <a:xfrm>
            <a:off x="504561" y="310894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Starting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point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Agreed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HVD (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geospatial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) tagging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5BB68BA-68D7-F0ED-DAF1-DC41AF157651}"/>
              </a:ext>
            </a:extLst>
          </p:cNvPr>
          <p:cNvSpPr txBox="1"/>
          <p:nvPr/>
        </p:nvSpPr>
        <p:spPr>
          <a:xfrm>
            <a:off x="1237129" y="2432304"/>
            <a:ext cx="1757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b="1" dirty="0">
                <a:latin typeface="Rockwell" panose="02060603020205020403" pitchFamily="18" charset="0"/>
              </a:rPr>
              <a:t>1</a:t>
            </a:r>
          </a:p>
        </p:txBody>
      </p:sp>
      <p:pic>
        <p:nvPicPr>
          <p:cNvPr id="6" name="Immagine 5" descr="Immagine che contiene testo, Carattere, schermata, algebra&#10;&#10;Il contenuto generato dall'IA potrebbe non essere corretto.">
            <a:extLst>
              <a:ext uri="{FF2B5EF4-FFF2-40B4-BE49-F238E27FC236}">
                <a16:creationId xmlns:a16="http://schemas.microsoft.com/office/drawing/2014/main" id="{6D2140AF-35AF-FF93-894C-24B46683E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69" y="4226625"/>
            <a:ext cx="16126063" cy="415497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E5B614-7DC3-E02C-B0EE-DBD395BD6F57}"/>
              </a:ext>
            </a:extLst>
          </p:cNvPr>
          <p:cNvSpPr txBox="1"/>
          <p:nvPr/>
        </p:nvSpPr>
        <p:spPr>
          <a:xfrm>
            <a:off x="2346384" y="2715768"/>
            <a:ext cx="10455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 err="1">
                <a:latin typeface="Raleway" pitchFamily="2" charset="0"/>
              </a:rPr>
              <a:t>Example</a:t>
            </a:r>
            <a:r>
              <a:rPr lang="it-IT" sz="3600" dirty="0">
                <a:latin typeface="Raleway" pitchFamily="2" charset="0"/>
              </a:rPr>
              <a:t>:</a:t>
            </a:r>
          </a:p>
          <a:p>
            <a:r>
              <a:rPr lang="it-IT" sz="3600" dirty="0">
                <a:latin typeface="Raleway" pitchFamily="2" charset="0"/>
              </a:rPr>
              <a:t>Keyword for </a:t>
            </a:r>
            <a:r>
              <a:rPr lang="it-IT" sz="3600" dirty="0" err="1">
                <a:latin typeface="Raleway" pitchFamily="2" charset="0"/>
              </a:rPr>
              <a:t>citing</a:t>
            </a:r>
            <a:r>
              <a:rPr lang="it-IT" sz="3600" dirty="0">
                <a:latin typeface="Raleway" pitchFamily="2" charset="0"/>
              </a:rPr>
              <a:t> the EU HVD </a:t>
            </a:r>
            <a:r>
              <a:rPr lang="it-IT" sz="3600" dirty="0" err="1">
                <a:latin typeface="Raleway" pitchFamily="2" charset="0"/>
              </a:rPr>
              <a:t>Regulation</a:t>
            </a:r>
            <a:endParaRPr lang="it-IT" sz="3600" dirty="0">
              <a:latin typeface="Raleway" pitchFamily="2" charset="0"/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F7D3EC52-D70F-F3C5-F2AF-BD80C664EA56}"/>
              </a:ext>
            </a:extLst>
          </p:cNvPr>
          <p:cNvSpPr/>
          <p:nvPr/>
        </p:nvSpPr>
        <p:spPr>
          <a:xfrm>
            <a:off x="12049917" y="1970935"/>
            <a:ext cx="5476930" cy="24671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 err="1">
                <a:solidFill>
                  <a:schemeClr val="tx1"/>
                </a:solidFill>
              </a:rPr>
              <a:t>applicable</a:t>
            </a:r>
            <a:r>
              <a:rPr lang="it-IT" sz="3200" dirty="0">
                <a:solidFill>
                  <a:schemeClr val="tx1"/>
                </a:solidFill>
              </a:rPr>
              <a:t> </a:t>
            </a:r>
            <a:r>
              <a:rPr lang="it-IT" sz="3200" dirty="0" err="1">
                <a:solidFill>
                  <a:schemeClr val="tx1"/>
                </a:solidFill>
              </a:rPr>
              <a:t>legislation</a:t>
            </a:r>
            <a:endParaRPr lang="it-IT" sz="32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1F492D6-C7E7-9D66-9B0D-ED2C9677FBE8}"/>
              </a:ext>
            </a:extLst>
          </p:cNvPr>
          <p:cNvSpPr txBox="1"/>
          <p:nvPr/>
        </p:nvSpPr>
        <p:spPr>
          <a:xfrm>
            <a:off x="12502382" y="221962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05A9C"/>
                </a:solidFill>
                <a:effectLst/>
                <a:latin typeface="Arial" panose="020B0604020202020204" pitchFamily="34" charset="0"/>
              </a:rPr>
              <a:t>DCAT-AP High Value Datasets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B4803A-5748-4939-8B10-F49E130F7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001" y="5655333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6C19D8D-5EC7-7697-88E3-AC809A6DF54E}"/>
              </a:ext>
            </a:extLst>
          </p:cNvPr>
          <p:cNvSpPr/>
          <p:nvPr/>
        </p:nvSpPr>
        <p:spPr>
          <a:xfrm>
            <a:off x="4899804" y="6624765"/>
            <a:ext cx="8005313" cy="523220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942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34FE07D-FDFE-6570-DE43-13B1E4A55035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Starting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point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Agreed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HVD (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geospatial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) tagging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4F7A351-4F94-FC1E-3750-8FA70CFCA44D}"/>
              </a:ext>
            </a:extLst>
          </p:cNvPr>
          <p:cNvSpPr txBox="1"/>
          <p:nvPr/>
        </p:nvSpPr>
        <p:spPr>
          <a:xfrm>
            <a:off x="1237129" y="2432304"/>
            <a:ext cx="1757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b="1" dirty="0">
                <a:latin typeface="Rockwell" panose="02060603020205020403" pitchFamily="18" charset="0"/>
              </a:rPr>
              <a:t>2</a:t>
            </a:r>
          </a:p>
        </p:txBody>
      </p:sp>
      <p:pic>
        <p:nvPicPr>
          <p:cNvPr id="7" name="Immagine 6" descr="Immagine che contiene testo, schermata, documento&#10;&#10;Il contenuto generato dall'IA potrebbe non essere corretto.">
            <a:extLst>
              <a:ext uri="{FF2B5EF4-FFF2-40B4-BE49-F238E27FC236}">
                <a16:creationId xmlns:a16="http://schemas.microsoft.com/office/drawing/2014/main" id="{75BB0AEC-3EA1-EFE3-C0E6-470E3200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53"/>
          <a:stretch>
            <a:fillRect/>
          </a:stretch>
        </p:blipFill>
        <p:spPr>
          <a:xfrm>
            <a:off x="6259734" y="2090950"/>
            <a:ext cx="11301619" cy="7362801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9C03DA9-6A56-0C91-32F8-D1DFF6CBED2F}"/>
              </a:ext>
            </a:extLst>
          </p:cNvPr>
          <p:cNvSpPr/>
          <p:nvPr/>
        </p:nvSpPr>
        <p:spPr>
          <a:xfrm>
            <a:off x="12412227" y="866762"/>
            <a:ext cx="5476930" cy="24671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HVD </a:t>
            </a:r>
            <a:r>
              <a:rPr lang="it-IT" sz="3200" dirty="0" err="1">
                <a:solidFill>
                  <a:schemeClr val="tx1"/>
                </a:solidFill>
              </a:rPr>
              <a:t>category</a:t>
            </a:r>
            <a:endParaRPr lang="it-IT" sz="32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DFCC38B-A1D5-E8D0-67CC-D67088B55D9B}"/>
              </a:ext>
            </a:extLst>
          </p:cNvPr>
          <p:cNvSpPr txBox="1"/>
          <p:nvPr/>
        </p:nvSpPr>
        <p:spPr>
          <a:xfrm>
            <a:off x="12864692" y="11154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05A9C"/>
                </a:solidFill>
                <a:effectLst/>
                <a:latin typeface="Arial" panose="020B0604020202020204" pitchFamily="34" charset="0"/>
              </a:rPr>
              <a:t>DCAT-AP High Value Datasets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9A0587-E377-A493-42FB-A65C64447A00}"/>
              </a:ext>
            </a:extLst>
          </p:cNvPr>
          <p:cNvSpPr txBox="1"/>
          <p:nvPr/>
        </p:nvSpPr>
        <p:spPr>
          <a:xfrm>
            <a:off x="2327780" y="2715768"/>
            <a:ext cx="36058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 err="1">
                <a:latin typeface="Raleway" pitchFamily="2" charset="0"/>
              </a:rPr>
              <a:t>Example</a:t>
            </a:r>
            <a:r>
              <a:rPr lang="it-IT" sz="3600" dirty="0">
                <a:latin typeface="Raleway" pitchFamily="2" charset="0"/>
              </a:rPr>
              <a:t>:</a:t>
            </a:r>
          </a:p>
          <a:p>
            <a:r>
              <a:rPr lang="it-IT" sz="3600" dirty="0">
                <a:latin typeface="Raleway" pitchFamily="2" charset="0"/>
              </a:rPr>
              <a:t>Keyword </a:t>
            </a:r>
            <a:r>
              <a:rPr lang="it-IT" sz="3600" dirty="0" err="1">
                <a:latin typeface="Raleway" pitchFamily="2" charset="0"/>
              </a:rPr>
              <a:t>corresponding</a:t>
            </a:r>
            <a:r>
              <a:rPr lang="it-IT" sz="3600" dirty="0">
                <a:latin typeface="Raleway" pitchFamily="2" charset="0"/>
              </a:rPr>
              <a:t> to the HVD </a:t>
            </a:r>
            <a:r>
              <a:rPr lang="it-IT" sz="3600" dirty="0" err="1">
                <a:latin typeface="Raleway" pitchFamily="2" charset="0"/>
              </a:rPr>
              <a:t>category</a:t>
            </a:r>
            <a:r>
              <a:rPr lang="it-IT" sz="3600" dirty="0">
                <a:latin typeface="Raleway" pitchFamily="2" charset="0"/>
              </a:rPr>
              <a:t> (or sub-</a:t>
            </a:r>
            <a:r>
              <a:rPr lang="it-IT" sz="3600" dirty="0" err="1">
                <a:latin typeface="Raleway" pitchFamily="2" charset="0"/>
              </a:rPr>
              <a:t>category</a:t>
            </a:r>
            <a:r>
              <a:rPr lang="it-IT" sz="3600" dirty="0">
                <a:latin typeface="Raleway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408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9CFF-6DEF-5006-DB55-D2DB62F5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21C49EC-0A48-C9A3-383C-048292EF3A41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Starting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point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Agreed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HVD (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geospatial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) tagging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EA0DBB1-6055-3A63-326B-386755EEC87D}"/>
              </a:ext>
            </a:extLst>
          </p:cNvPr>
          <p:cNvSpPr txBox="1"/>
          <p:nvPr/>
        </p:nvSpPr>
        <p:spPr>
          <a:xfrm>
            <a:off x="1237129" y="2428539"/>
            <a:ext cx="1757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600" b="1" dirty="0">
                <a:latin typeface="Rockwell" panose="02060603020205020403" pitchFamily="18" charset="0"/>
              </a:rPr>
              <a:t>3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DE26588-B013-DF1A-6D28-2B1D045282AB}"/>
              </a:ext>
            </a:extLst>
          </p:cNvPr>
          <p:cNvSpPr txBox="1"/>
          <p:nvPr/>
        </p:nvSpPr>
        <p:spPr>
          <a:xfrm>
            <a:off x="2327780" y="2711937"/>
            <a:ext cx="360584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latin typeface="Raleway" pitchFamily="2" charset="0"/>
              </a:rPr>
              <a:t>Full </a:t>
            </a:r>
            <a:r>
              <a:rPr lang="it-IT" sz="3600" dirty="0" err="1">
                <a:latin typeface="Raleway" pitchFamily="2" charset="0"/>
              </a:rPr>
              <a:t>details</a:t>
            </a:r>
            <a:r>
              <a:rPr lang="it-IT" sz="3600" dirty="0">
                <a:latin typeface="Raleway" pitchFamily="2" charset="0"/>
              </a:rPr>
              <a:t> of </a:t>
            </a:r>
            <a:r>
              <a:rPr lang="it-IT" sz="3600" dirty="0" err="1">
                <a:latin typeface="Raleway" pitchFamily="2" charset="0"/>
              </a:rPr>
              <a:t>Phase</a:t>
            </a:r>
            <a:r>
              <a:rPr lang="it-IT" sz="3600" dirty="0">
                <a:latin typeface="Raleway" pitchFamily="2" charset="0"/>
              </a:rPr>
              <a:t> 1 agreements &amp; </a:t>
            </a:r>
            <a:r>
              <a:rPr lang="it-IT" sz="3600" dirty="0" err="1">
                <a:latin typeface="Raleway" pitchFamily="2" charset="0"/>
              </a:rPr>
              <a:t>implementationexamples</a:t>
            </a:r>
            <a:r>
              <a:rPr lang="it-IT" sz="3600" dirty="0">
                <a:latin typeface="Raleway" pitchFamily="2" charset="0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it-IT" sz="3600" dirty="0" err="1">
                <a:latin typeface="Raleway" pitchFamily="2" charset="0"/>
              </a:rPr>
              <a:t>Available</a:t>
            </a:r>
            <a:r>
              <a:rPr lang="it-IT" sz="3600" dirty="0">
                <a:latin typeface="Raleway" pitchFamily="2" charset="0"/>
              </a:rPr>
              <a:t> on GitHub</a:t>
            </a:r>
          </a:p>
        </p:txBody>
      </p:sp>
      <p:sp>
        <p:nvSpPr>
          <p:cNvPr id="4" name="CasellaDiTesto 10">
            <a:extLst>
              <a:ext uri="{FF2B5EF4-FFF2-40B4-BE49-F238E27FC236}">
                <a16:creationId xmlns:a16="http://schemas.microsoft.com/office/drawing/2014/main" id="{3C7C3BCC-51DD-2BD5-438C-E49325A90450}"/>
              </a:ext>
            </a:extLst>
          </p:cNvPr>
          <p:cNvSpPr txBox="1"/>
          <p:nvPr/>
        </p:nvSpPr>
        <p:spPr>
          <a:xfrm>
            <a:off x="422610" y="7824912"/>
            <a:ext cx="1744278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b="1" dirty="0"/>
              <a:t>NON- MULTILINGUAL</a:t>
            </a:r>
            <a:r>
              <a:rPr lang="it-IT" sz="2000" dirty="0"/>
              <a:t>: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dirty="0">
                <a:hlinkClick r:id="rId2"/>
              </a:rPr>
              <a:t>https://github.com/INSPIRE-MIF/GeoDCAT-AP-pilot/blob/main/good-practices/hvd-tagging/ISO_HVD_Tagging_Anchor_Non-Multilingual-clarification.xml</a:t>
            </a:r>
            <a:endParaRPr lang="it-IT" sz="20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b="1" dirty="0"/>
              <a:t>MULTILINGUAL: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it-IT" sz="2000" dirty="0">
                <a:sym typeface="Wingdings" panose="05000000000000000000" pitchFamily="2" charset="2"/>
                <a:hlinkClick r:id="rId3"/>
              </a:rPr>
              <a:t>https://github.com/INSPIRE-MIF/GeoDCAT-AP-pilot/blob/main/good-practices/hvd-tagging/ISO_HVD_Tagging_Anchor_Multilingual-clarification.xml</a:t>
            </a:r>
            <a:r>
              <a:rPr lang="it-IT" sz="2000" dirty="0">
                <a:sym typeface="Wingdings" panose="05000000000000000000" pitchFamily="2" charset="2"/>
              </a:rPr>
              <a:t> </a:t>
            </a:r>
            <a:endParaRPr lang="it-IT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F2669-21C3-A3AE-3B64-E71901BD4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906" y="2105330"/>
            <a:ext cx="11775214" cy="5493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231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F186649D-8EB9-3964-F73A-40EF11477714}"/>
              </a:ext>
            </a:extLst>
          </p:cNvPr>
          <p:cNvSpPr txBox="1"/>
          <p:nvPr/>
        </p:nvSpPr>
        <p:spPr>
          <a:xfrm>
            <a:off x="2293456" y="9027357"/>
            <a:ext cx="14725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>
                <a:hlinkClick r:id="rId2"/>
              </a:rPr>
              <a:t>https://github.com/INSPIRE-MIF/GeoDCAT-AP-pilot/blob/main/good-practices/hvd-tagging/specification.md</a:t>
            </a:r>
            <a:r>
              <a:rPr lang="it-IT" sz="2400" dirty="0"/>
              <a:t>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78F8BEC-F4F1-E3AF-A6A8-DBD6D88F59D6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Task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Result</a:t>
            </a:r>
            <a:endParaRPr lang="it-IT" sz="48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562B1F-4B25-093D-4F83-80C0D00D3D58}"/>
              </a:ext>
            </a:extLst>
          </p:cNvPr>
          <p:cNvSpPr txBox="1"/>
          <p:nvPr/>
        </p:nvSpPr>
        <p:spPr>
          <a:xfrm>
            <a:off x="810306" y="3477870"/>
            <a:ext cx="39803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Geospatial High-Value Datasets tagging good practice specification</a:t>
            </a:r>
            <a:endParaRPr lang="it-IT" sz="3600" b="1" dirty="0">
              <a:latin typeface="Raleway" pitchFamily="2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F2F444D-E39B-2425-6E4D-7C53D9FAF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165" y="1595978"/>
            <a:ext cx="12502721" cy="69948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1229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D922-11A8-95D0-6677-7B82000F2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E5F70C3-9D25-1264-D096-9332569163A3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Main</a:t>
            </a:r>
            <a:endParaRPr lang="it-IT" sz="4800" dirty="0">
              <a:solidFill>
                <a:srgbClr val="002060"/>
              </a:solidFill>
              <a:latin typeface="Raleway" pitchFamily="2" charset="0"/>
            </a:endParaRP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principles</a:t>
            </a:r>
            <a:endParaRPr lang="it-IT" sz="4800" b="1" dirty="0">
              <a:solidFill>
                <a:srgbClr val="002060"/>
              </a:solidFill>
              <a:latin typeface="Raleway" pitchFamily="2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8CBE995-E08E-F4BB-EEA5-792D11521765}"/>
              </a:ext>
            </a:extLst>
          </p:cNvPr>
          <p:cNvSpPr txBox="1"/>
          <p:nvPr/>
        </p:nvSpPr>
        <p:spPr>
          <a:xfrm>
            <a:off x="1133035" y="2527612"/>
            <a:ext cx="1521858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ensure that the datasets are denoted as high-value datasets in their metadata description</a:t>
            </a:r>
            <a:r>
              <a:rPr lang="en-US" sz="3600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 (HVD Regulation, art. </a:t>
            </a:r>
            <a:r>
              <a:rPr lang="en-US" sz="36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3(5))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3600" dirty="0">
              <a:latin typeface="Raleway" pitchFamily="2" charset="0"/>
            </a:endParaRPr>
          </a:p>
          <a:p>
            <a:r>
              <a:rPr lang="en-US" sz="4400" b="1" dirty="0">
                <a:latin typeface="Raleway" pitchFamily="2" charset="0"/>
              </a:rPr>
              <a:t>Scope</a:t>
            </a:r>
          </a:p>
          <a:p>
            <a:r>
              <a:rPr lang="en-US" sz="3600" dirty="0">
                <a:latin typeface="Raleway" pitchFamily="2" charset="0"/>
              </a:rPr>
              <a:t>defining the keywords to be used in ISO/INSPIRE metadata records to identify if a dataset is classified as a HVD, meaning that:</a:t>
            </a:r>
          </a:p>
          <a:p>
            <a:endParaRPr lang="en-US" sz="3600" b="1" dirty="0">
              <a:latin typeface="Raleway" pitchFamily="2" charset="0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3600" b="1" dirty="0">
                <a:latin typeface="Raleway" pitchFamily="2" charset="0"/>
              </a:rPr>
              <a:t>the dataset is the scope of the HVD Implementing Regulation;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3600" b="1" dirty="0">
                <a:latin typeface="Raleway" pitchFamily="2" charset="0"/>
              </a:rPr>
              <a:t>the dataset belongs to a HVD category and/or subcategory </a:t>
            </a:r>
            <a:r>
              <a:rPr lang="en-US" sz="3600" dirty="0">
                <a:latin typeface="Raleway" pitchFamily="2" charset="0"/>
              </a:rPr>
              <a:t>as set out in the Annex to the Implementing Regulation and encoded in the controlled vocabulary.</a:t>
            </a:r>
          </a:p>
        </p:txBody>
      </p:sp>
    </p:spTree>
    <p:extLst>
      <p:ext uri="{BB962C8B-B14F-4D97-AF65-F5344CB8AC3E}">
        <p14:creationId xmlns:p14="http://schemas.microsoft.com/office/powerpoint/2010/main" val="237873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91AF-10A2-A57B-CA6D-20654527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AF2A603-5B79-E671-9CD9-7D92B2F3ABEF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 err="1">
                <a:solidFill>
                  <a:srgbClr val="002060"/>
                </a:solidFill>
                <a:latin typeface="Raleway" pitchFamily="2" charset="0"/>
              </a:rPr>
              <a:t>Example</a:t>
            </a:r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 of </a:t>
            </a:r>
          </a:p>
          <a:p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requirements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and 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recommendations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01D0E443-3179-9390-4BD7-E9A58C811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67" y="2282944"/>
            <a:ext cx="11479744" cy="6592901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29E8BDE-8B0D-BA21-D59A-8B2B187DCDDD}"/>
              </a:ext>
            </a:extLst>
          </p:cNvPr>
          <p:cNvSpPr txBox="1"/>
          <p:nvPr/>
        </p:nvSpPr>
        <p:spPr>
          <a:xfrm>
            <a:off x="12536888" y="2763238"/>
            <a:ext cx="52276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>
                <a:latin typeface="Raleway" pitchFamily="2" charset="0"/>
              </a:rPr>
              <a:t>Requirements</a:t>
            </a:r>
            <a:r>
              <a:rPr lang="it-IT" sz="3200" b="1" dirty="0">
                <a:latin typeface="Raleway" pitchFamily="2" charset="0"/>
              </a:rPr>
              <a:t> and </a:t>
            </a:r>
            <a:r>
              <a:rPr lang="it-IT" sz="3200" b="1" dirty="0" err="1">
                <a:latin typeface="Raleway" pitchFamily="2" charset="0"/>
              </a:rPr>
              <a:t>recommendations</a:t>
            </a:r>
            <a:r>
              <a:rPr lang="it-IT" sz="3200" b="1" dirty="0">
                <a:latin typeface="Raleway" pitchFamily="2" charset="0"/>
              </a:rPr>
              <a:t> </a:t>
            </a:r>
            <a:r>
              <a:rPr lang="it-IT" sz="3200" b="1" dirty="0" err="1">
                <a:latin typeface="Raleway" pitchFamily="2" charset="0"/>
              </a:rPr>
              <a:t>about</a:t>
            </a:r>
            <a:r>
              <a:rPr lang="it-IT" sz="3200" b="1" dirty="0">
                <a:latin typeface="Raleway" pitchFamily="2" charset="0"/>
              </a:rPr>
              <a:t>:</a:t>
            </a:r>
          </a:p>
          <a:p>
            <a:endParaRPr lang="it-IT" sz="3200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it-IT" sz="3200" dirty="0" err="1">
                <a:latin typeface="Raleway" pitchFamily="2" charset="0"/>
              </a:rPr>
              <a:t>Applicable</a:t>
            </a:r>
            <a:r>
              <a:rPr lang="it-IT" sz="3200" dirty="0">
                <a:latin typeface="Raleway" pitchFamily="2" charset="0"/>
              </a:rPr>
              <a:t> </a:t>
            </a:r>
            <a:r>
              <a:rPr lang="it-IT" sz="3200" dirty="0" err="1">
                <a:latin typeface="Raleway" pitchFamily="2" charset="0"/>
              </a:rPr>
              <a:t>legislation</a:t>
            </a:r>
            <a:endParaRPr lang="it-IT" sz="3200" dirty="0">
              <a:latin typeface="Raleway" pitchFamily="2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3200" dirty="0">
                <a:latin typeface="Raleway" pitchFamily="2" charset="0"/>
              </a:rPr>
              <a:t>Category and subcategory / General provisions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it-IT" sz="3200" dirty="0" err="1">
                <a:latin typeface="Raleway" pitchFamily="2" charset="0"/>
              </a:rPr>
              <a:t>Category</a:t>
            </a:r>
            <a:r>
              <a:rPr lang="it-IT" sz="3200" dirty="0">
                <a:latin typeface="Raleway" pitchFamily="2" charset="0"/>
              </a:rPr>
              <a:t> </a:t>
            </a:r>
            <a:r>
              <a:rPr lang="it-IT" sz="3200" dirty="0" err="1">
                <a:latin typeface="Raleway" pitchFamily="2" charset="0"/>
              </a:rPr>
              <a:t>provisions</a:t>
            </a:r>
            <a:endParaRPr lang="it-IT" sz="3200" dirty="0">
              <a:latin typeface="Raleway" pitchFamily="2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it-IT" sz="3200" dirty="0" err="1">
                <a:latin typeface="Raleway" pitchFamily="2" charset="0"/>
              </a:rPr>
              <a:t>Subcategory</a:t>
            </a:r>
            <a:r>
              <a:rPr lang="it-IT" sz="3200" dirty="0">
                <a:latin typeface="Raleway" pitchFamily="2" charset="0"/>
              </a:rPr>
              <a:t> </a:t>
            </a:r>
            <a:r>
              <a:rPr lang="it-IT" sz="3200" dirty="0" err="1">
                <a:latin typeface="Raleway" pitchFamily="2" charset="0"/>
              </a:rPr>
              <a:t>provisions</a:t>
            </a:r>
            <a:endParaRPr lang="it-IT" sz="3200" dirty="0">
              <a:latin typeface="Raleway" pitchFamily="2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it-IT" sz="3200" dirty="0">
                <a:latin typeface="Raleway" pitchFamily="2" charset="0"/>
              </a:rPr>
              <a:t>Thesaurus </a:t>
            </a:r>
            <a:r>
              <a:rPr lang="it-IT" sz="3200" dirty="0" err="1">
                <a:latin typeface="Raleway" pitchFamily="2" charset="0"/>
              </a:rPr>
              <a:t>provisions</a:t>
            </a:r>
            <a:endParaRPr lang="it-IT" sz="3200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74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919B3A-5F6B-E3EC-9957-202EFDC2AB16}"/>
              </a:ext>
            </a:extLst>
          </p:cNvPr>
          <p:cNvSpPr txBox="1"/>
          <p:nvPr/>
        </p:nvSpPr>
        <p:spPr>
          <a:xfrm>
            <a:off x="539067" y="242939"/>
            <a:ext cx="119978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800" dirty="0">
                <a:solidFill>
                  <a:srgbClr val="002060"/>
                </a:solidFill>
                <a:latin typeface="Raleway" pitchFamily="2" charset="0"/>
              </a:rPr>
              <a:t>Task</a:t>
            </a:r>
          </a:p>
          <a:p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Call to </a:t>
            </a:r>
            <a:r>
              <a:rPr lang="it-IT" sz="4800" b="1" dirty="0" err="1">
                <a:solidFill>
                  <a:srgbClr val="002060"/>
                </a:solidFill>
                <a:latin typeface="Raleway" pitchFamily="2" charset="0"/>
              </a:rPr>
              <a:t>contribute</a:t>
            </a:r>
            <a:r>
              <a:rPr lang="it-IT" sz="4800" b="1" dirty="0">
                <a:solidFill>
                  <a:srgbClr val="002060"/>
                </a:solidFill>
                <a:latin typeface="Raleway" pitchFamily="2" charset="0"/>
              </a:rPr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972AF2-CC92-EB44-14F5-D7B70FC6CCE3}"/>
              </a:ext>
            </a:extLst>
          </p:cNvPr>
          <p:cNvSpPr txBox="1"/>
          <p:nvPr/>
        </p:nvSpPr>
        <p:spPr>
          <a:xfrm>
            <a:off x="1418961" y="2506988"/>
            <a:ext cx="1635145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GB" sz="7200" dirty="0">
                <a:effectLst/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We still need:</a:t>
            </a:r>
            <a:endParaRPr lang="en-GB" sz="7200" dirty="0">
              <a:latin typeface="Raleway" pitchFamily="2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685800" indent="-6858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implementation </a:t>
            </a:r>
            <a:r>
              <a:rPr lang="en-US" sz="7200" b="1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evidence</a:t>
            </a:r>
          </a:p>
          <a:p>
            <a:pPr marL="685800" indent="-6858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72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updated </a:t>
            </a:r>
            <a:r>
              <a:rPr lang="en-US" sz="7200" b="1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examples</a:t>
            </a:r>
            <a:r>
              <a:rPr lang="en-US" sz="7200" dirty="0">
                <a:latin typeface="Raleway" pitchFamily="2" charset="0"/>
                <a:ea typeface="Times New Roman" panose="02020603050405020304" pitchFamily="18" charset="0"/>
                <a:cs typeface="Aptos" panose="020B0004020202020204" pitchFamily="34" charset="0"/>
              </a:rPr>
              <a:t> using the approach agreed for the good practice</a:t>
            </a:r>
          </a:p>
        </p:txBody>
      </p:sp>
    </p:spTree>
    <p:extLst>
      <p:ext uri="{BB962C8B-B14F-4D97-AF65-F5344CB8AC3E}">
        <p14:creationId xmlns:p14="http://schemas.microsoft.com/office/powerpoint/2010/main" val="278875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2"/>
          <p:cNvSpPr/>
          <p:nvPr/>
        </p:nvSpPr>
        <p:spPr>
          <a:xfrm>
            <a:off x="13500360" y="3508560"/>
            <a:ext cx="4785480" cy="6776280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0" y="0"/>
                </a:lnTo>
                <a:lnTo>
                  <a:pt x="10946940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20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4" name="Freeform 3"/>
          <p:cNvSpPr/>
          <p:nvPr/>
        </p:nvSpPr>
        <p:spPr>
          <a:xfrm>
            <a:off x="0" y="27360"/>
            <a:ext cx="2397960" cy="411264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49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grpSp>
        <p:nvGrpSpPr>
          <p:cNvPr id="105" name="Group 4"/>
          <p:cNvGrpSpPr/>
          <p:nvPr/>
        </p:nvGrpSpPr>
        <p:grpSpPr>
          <a:xfrm>
            <a:off x="0" y="9853560"/>
            <a:ext cx="9141840" cy="431280"/>
            <a:chOff x="0" y="9853560"/>
            <a:chExt cx="9141840" cy="431280"/>
          </a:xfrm>
        </p:grpSpPr>
        <p:sp>
          <p:nvSpPr>
            <p:cNvPr id="106" name="Freeform 5"/>
            <p:cNvSpPr/>
            <p:nvPr/>
          </p:nvSpPr>
          <p:spPr>
            <a:xfrm>
              <a:off x="0" y="9998280"/>
              <a:ext cx="9141840" cy="286560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  <p:sp>
          <p:nvSpPr>
            <p:cNvPr id="107" name="TextBox 6"/>
            <p:cNvSpPr/>
            <p:nvPr/>
          </p:nvSpPr>
          <p:spPr>
            <a:xfrm>
              <a:off x="0" y="9853560"/>
              <a:ext cx="9141840" cy="43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08" name="Freeform 7"/>
          <p:cNvSpPr/>
          <p:nvPr/>
        </p:nvSpPr>
        <p:spPr>
          <a:xfrm>
            <a:off x="7108560" y="1028880"/>
            <a:ext cx="4068720" cy="632880"/>
          </a:xfrm>
          <a:custGeom>
            <a:avLst/>
            <a:gdLst/>
            <a:ahLst/>
            <a:cxnLst/>
            <a:rect l="l" t="t" r="r" b="b"/>
            <a:pathLst>
              <a:path w="4070907" h="635177">
                <a:moveTo>
                  <a:pt x="0" y="0"/>
                </a:moveTo>
                <a:lnTo>
                  <a:pt x="4070908" y="0"/>
                </a:lnTo>
                <a:lnTo>
                  <a:pt x="4070908" y="635177"/>
                </a:lnTo>
                <a:lnTo>
                  <a:pt x="0" y="6351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09" name="CasellaDiTesto 1"/>
          <p:cNvSpPr/>
          <p:nvPr/>
        </p:nvSpPr>
        <p:spPr>
          <a:xfrm>
            <a:off x="6299796" y="4466520"/>
            <a:ext cx="540113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8000" dirty="0">
                <a:solidFill>
                  <a:schemeClr val="bg1"/>
                </a:solidFill>
                <a:latin typeface="Raleway" pitchFamily="2" charset="0"/>
              </a:rPr>
              <a:t>Thank you!</a:t>
            </a:r>
            <a:endParaRPr lang="en-GB" sz="8000" spc="-1" dirty="0">
              <a:solidFill>
                <a:schemeClr val="bg1"/>
              </a:solidFill>
              <a:latin typeface="Raleway" pitchFamily="2" charset="0"/>
              <a:ea typeface="Calibri"/>
            </a:endParaRPr>
          </a:p>
        </p:txBody>
      </p:sp>
      <p:pic>
        <p:nvPicPr>
          <p:cNvPr id="2" name="Immagine 1">
            <a:hlinkClick r:id="rId5"/>
            <a:extLst>
              <a:ext uri="{FF2B5EF4-FFF2-40B4-BE49-F238E27FC236}">
                <a16:creationId xmlns:a16="http://schemas.microsoft.com/office/drawing/2014/main" id="{B0B517CB-AB15-F256-8AA4-D502906C5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754" y="9015821"/>
            <a:ext cx="3217521" cy="11257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lo Presentazione per uso esterno.potx [Sola lettura]" id="{8ABC1D63-34E6-4058-B30A-7A9AE834B0B6}" vid="{88249D4F-3D47-4FA1-AF85-F837D19CD252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3075</TotalTime>
  <Words>342</Words>
  <Application>Microsoft Office PowerPoint</Application>
  <PresentationFormat>Personalizzato</PresentationFormat>
  <Paragraphs>66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9</vt:i4>
      </vt:variant>
    </vt:vector>
  </HeadingPairs>
  <TitlesOfParts>
    <vt:vector size="21" baseType="lpstr">
      <vt:lpstr>Arial</vt:lpstr>
      <vt:lpstr>Calibri</vt:lpstr>
      <vt:lpstr>Helvetica Neue</vt:lpstr>
      <vt:lpstr>Raleway</vt:lpstr>
      <vt:lpstr>Rockwell</vt:lpstr>
      <vt:lpstr>Symbol</vt:lpstr>
      <vt:lpstr>Times New Roman</vt:lpstr>
      <vt:lpstr>Titillium Web</vt:lpstr>
      <vt:lpstr>Titillium Web Light</vt:lpstr>
      <vt:lpstr>Wingdings</vt:lpstr>
      <vt:lpstr>Office Theme</vt:lpstr>
      <vt:lpstr>White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IA</dc:title>
  <dc:subject/>
  <dc:creator>rotundo@agid.gov.it</dc:creator>
  <dc:description/>
  <cp:lastModifiedBy>ROTUNDO Antonio</cp:lastModifiedBy>
  <cp:revision>858</cp:revision>
  <dcterms:created xsi:type="dcterms:W3CDTF">2006-08-16T00:00:00Z</dcterms:created>
  <dcterms:modified xsi:type="dcterms:W3CDTF">2026-07-06T16:50:32Z</dcterms:modified>
  <dc:identifier>DAGELDUKQ00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Personalizzato</vt:lpwstr>
  </property>
  <property fmtid="{D5CDD505-2E9C-101B-9397-08002B2CF9AE}" pid="3" name="Slides">
    <vt:i4>10</vt:i4>
  </property>
  <property fmtid="{D5CDD505-2E9C-101B-9397-08002B2CF9AE}" pid="4" name="MSIP_Label_6bd9ddd1-4d20-43f6-abfa-fc3c07406f94_Enabled">
    <vt:lpwstr>true</vt:lpwstr>
  </property>
  <property fmtid="{D5CDD505-2E9C-101B-9397-08002B2CF9AE}" pid="5" name="MSIP_Label_6bd9ddd1-4d20-43f6-abfa-fc3c07406f94_SetDate">
    <vt:lpwstr>2026-02-25T16:11:45Z</vt:lpwstr>
  </property>
  <property fmtid="{D5CDD505-2E9C-101B-9397-08002B2CF9AE}" pid="6" name="MSIP_Label_6bd9ddd1-4d20-43f6-abfa-fc3c07406f94_Method">
    <vt:lpwstr>Standard</vt:lpwstr>
  </property>
  <property fmtid="{D5CDD505-2E9C-101B-9397-08002B2CF9AE}" pid="7" name="MSIP_Label_6bd9ddd1-4d20-43f6-abfa-fc3c07406f94_Name">
    <vt:lpwstr>Commission Use</vt:lpwstr>
  </property>
  <property fmtid="{D5CDD505-2E9C-101B-9397-08002B2CF9AE}" pid="8" name="MSIP_Label_6bd9ddd1-4d20-43f6-abfa-fc3c07406f94_SiteId">
    <vt:lpwstr>b24c8b06-522c-46fe-9080-70926f8dddb1</vt:lpwstr>
  </property>
  <property fmtid="{D5CDD505-2E9C-101B-9397-08002B2CF9AE}" pid="9" name="MSIP_Label_6bd9ddd1-4d20-43f6-abfa-fc3c07406f94_ActionId">
    <vt:lpwstr>4e5e6f9f-052b-4f3d-ae7c-1fe3246c644b</vt:lpwstr>
  </property>
  <property fmtid="{D5CDD505-2E9C-101B-9397-08002B2CF9AE}" pid="10" name="MSIP_Label_6bd9ddd1-4d20-43f6-abfa-fc3c07406f94_ContentBits">
    <vt:lpwstr>0</vt:lpwstr>
  </property>
  <property fmtid="{D5CDD505-2E9C-101B-9397-08002B2CF9AE}" pid="11" name="MSIP_Label_6bd9ddd1-4d20-43f6-abfa-fc3c07406f94_Tag">
    <vt:lpwstr>10, 3, 0, 1</vt:lpwstr>
  </property>
</Properties>
</file>