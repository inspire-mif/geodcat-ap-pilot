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3"/>
  </p:notesMasterIdLst>
  <p:sldIdLst>
    <p:sldId id="256" r:id="rId2"/>
    <p:sldId id="284" r:id="rId3"/>
    <p:sldId id="289" r:id="rId4"/>
    <p:sldId id="288" r:id="rId5"/>
    <p:sldId id="293" r:id="rId6"/>
    <p:sldId id="290" r:id="rId7"/>
    <p:sldId id="294" r:id="rId8"/>
    <p:sldId id="285" r:id="rId9"/>
    <p:sldId id="295" r:id="rId10"/>
    <p:sldId id="296" r:id="rId11"/>
    <p:sldId id="298" r:id="rId12"/>
  </p:sldIdLst>
  <p:sldSz cx="12192000" cy="6858000"/>
  <p:notesSz cx="6794500" cy="9906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26" userDrawn="1">
          <p15:clr>
            <a:srgbClr val="A4A3A4"/>
          </p15:clr>
        </p15:guide>
        <p15:guide id="2" pos="529" userDrawn="1">
          <p15:clr>
            <a:srgbClr val="A4A3A4"/>
          </p15:clr>
        </p15:guide>
        <p15:guide id="3" orient="horz" pos="3777">
          <p15:clr>
            <a:srgbClr val="A4A3A4"/>
          </p15:clr>
        </p15:guide>
        <p15:guide id="4" pos="3839">
          <p15:clr>
            <a:srgbClr val="A4A3A4"/>
          </p15:clr>
        </p15:guide>
        <p15:guide id="5" orient="horz" pos="2162">
          <p15:clr>
            <a:srgbClr val="A4A3A4"/>
          </p15:clr>
        </p15:guide>
        <p15:guide id="6" pos="3835">
          <p15:clr>
            <a:srgbClr val="A4A3A4"/>
          </p15:clr>
        </p15:guide>
      </p15:sldGuideLst>
    </p:ext>
    <p:ext uri="{2D200454-40CA-4A62-9FC3-DE9A4176ACB9}">
      <p15:notesGuideLst xmlns:p15="http://schemas.microsoft.com/office/powerpoint/2012/main">
        <p15:guide id="1" orient="horz" pos="3120">
          <p15:clr>
            <a:srgbClr val="A4A3A4"/>
          </p15:clr>
        </p15:guide>
        <p15:guide id="2" pos="2140">
          <p15:clr>
            <a:srgbClr val="A4A3A4"/>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jZfmPaAZDOGffchqPWS8+vvHlam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4EA2"/>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399318-992F-47B6-B1CC-BDC5A149962D}" v="94" dt="2026-02-25T19:30:20.3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Estilo medio 1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339" autoAdjust="0"/>
    <p:restoredTop sz="94660"/>
  </p:normalViewPr>
  <p:slideViewPr>
    <p:cSldViewPr snapToGrid="0">
      <p:cViewPr varScale="1">
        <p:scale>
          <a:sx n="68" d="100"/>
          <a:sy n="68" d="100"/>
        </p:scale>
        <p:origin x="77" y="206"/>
      </p:cViewPr>
      <p:guideLst>
        <p:guide orient="horz" pos="1026"/>
        <p:guide pos="529"/>
        <p:guide orient="horz" pos="3777"/>
        <p:guide pos="3839"/>
        <p:guide orient="horz" pos="2162"/>
        <p:guide pos="3835"/>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120"/>
        <p:guide pos="214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26" Type="http://customschemas.google.com/relationships/presentationmetadata" Target="meta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28" Type="http://schemas.openxmlformats.org/officeDocument/2006/relationships/viewProps" Target="viewProps.xml"/><Relationship Id="rId10" Type="http://schemas.openxmlformats.org/officeDocument/2006/relationships/slide" Target="slides/slide9.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oma Abad Power" userId="ca3b2746-cbe2-4103-b9d7-b676455a4eb2" providerId="ADAL" clId="{89652067-B96E-4F82-8E56-5F2450ABB17A}"/>
    <pc:docChg chg="undo custSel addSld delSld modSld sldOrd">
      <pc:chgData name="Paloma Abad Power" userId="ca3b2746-cbe2-4103-b9d7-b676455a4eb2" providerId="ADAL" clId="{89652067-B96E-4F82-8E56-5F2450ABB17A}" dt="2026-02-25T19:47:19.403" v="1493" actId="1076"/>
      <pc:docMkLst>
        <pc:docMk/>
      </pc:docMkLst>
      <pc:sldChg chg="modSp mod">
        <pc:chgData name="Paloma Abad Power" userId="ca3b2746-cbe2-4103-b9d7-b676455a4eb2" providerId="ADAL" clId="{89652067-B96E-4F82-8E56-5F2450ABB17A}" dt="2026-02-25T16:27:03.658" v="34" actId="1076"/>
        <pc:sldMkLst>
          <pc:docMk/>
          <pc:sldMk cId="0" sldId="256"/>
        </pc:sldMkLst>
        <pc:spChg chg="mod">
          <ac:chgData name="Paloma Abad Power" userId="ca3b2746-cbe2-4103-b9d7-b676455a4eb2" providerId="ADAL" clId="{89652067-B96E-4F82-8E56-5F2450ABB17A}" dt="2026-02-25T16:26:58.225" v="33"/>
          <ac:spMkLst>
            <pc:docMk/>
            <pc:sldMk cId="0" sldId="256"/>
            <ac:spMk id="120" creationId="{00000000-0000-0000-0000-000000000000}"/>
          </ac:spMkLst>
        </pc:spChg>
        <pc:spChg chg="mod">
          <ac:chgData name="Paloma Abad Power" userId="ca3b2746-cbe2-4103-b9d7-b676455a4eb2" providerId="ADAL" clId="{89652067-B96E-4F82-8E56-5F2450ABB17A}" dt="2026-02-25T16:27:03.658" v="34" actId="1076"/>
          <ac:spMkLst>
            <pc:docMk/>
            <pc:sldMk cId="0" sldId="256"/>
            <ac:spMk id="121" creationId="{00000000-0000-0000-0000-000000000000}"/>
          </ac:spMkLst>
        </pc:spChg>
        <pc:spChg chg="mod">
          <ac:chgData name="Paloma Abad Power" userId="ca3b2746-cbe2-4103-b9d7-b676455a4eb2" providerId="ADAL" clId="{89652067-B96E-4F82-8E56-5F2450ABB17A}" dt="2026-02-25T16:26:35.874" v="30" actId="20577"/>
          <ac:spMkLst>
            <pc:docMk/>
            <pc:sldMk cId="0" sldId="256"/>
            <ac:spMk id="122" creationId="{00000000-0000-0000-0000-000000000000}"/>
          </ac:spMkLst>
        </pc:spChg>
      </pc:sldChg>
      <pc:sldChg chg="addSp delSp modSp mod">
        <pc:chgData name="Paloma Abad Power" userId="ca3b2746-cbe2-4103-b9d7-b676455a4eb2" providerId="ADAL" clId="{89652067-B96E-4F82-8E56-5F2450ABB17A}" dt="2026-02-25T18:34:35.970" v="960" actId="1076"/>
        <pc:sldMkLst>
          <pc:docMk/>
          <pc:sldMk cId="4051915537" sldId="284"/>
        </pc:sldMkLst>
        <pc:spChg chg="mod">
          <ac:chgData name="Paloma Abad Power" userId="ca3b2746-cbe2-4103-b9d7-b676455a4eb2" providerId="ADAL" clId="{89652067-B96E-4F82-8E56-5F2450ABB17A}" dt="2026-02-25T18:12:22.171" v="854" actId="6549"/>
          <ac:spMkLst>
            <pc:docMk/>
            <pc:sldMk cId="4051915537" sldId="284"/>
            <ac:spMk id="2" creationId="{00000000-0000-0000-0000-000000000000}"/>
          </ac:spMkLst>
        </pc:spChg>
        <pc:spChg chg="mod">
          <ac:chgData name="Paloma Abad Power" userId="ca3b2746-cbe2-4103-b9d7-b676455a4eb2" providerId="ADAL" clId="{89652067-B96E-4F82-8E56-5F2450ABB17A}" dt="2026-02-25T17:39:05.605" v="612" actId="1076"/>
          <ac:spMkLst>
            <pc:docMk/>
            <pc:sldMk cId="4051915537" sldId="284"/>
            <ac:spMk id="3" creationId="{00000000-0000-0000-0000-000000000000}"/>
          </ac:spMkLst>
        </pc:spChg>
        <pc:spChg chg="add del mod">
          <ac:chgData name="Paloma Abad Power" userId="ca3b2746-cbe2-4103-b9d7-b676455a4eb2" providerId="ADAL" clId="{89652067-B96E-4F82-8E56-5F2450ABB17A}" dt="2026-02-25T18:03:39.327" v="831" actId="478"/>
          <ac:spMkLst>
            <pc:docMk/>
            <pc:sldMk cId="4051915537" sldId="284"/>
            <ac:spMk id="6" creationId="{461DB45B-A441-60B7-97D4-006D30A31581}"/>
          </ac:spMkLst>
        </pc:spChg>
        <pc:spChg chg="add mod">
          <ac:chgData name="Paloma Abad Power" userId="ca3b2746-cbe2-4103-b9d7-b676455a4eb2" providerId="ADAL" clId="{89652067-B96E-4F82-8E56-5F2450ABB17A}" dt="2026-02-25T18:34:35.970" v="960" actId="1076"/>
          <ac:spMkLst>
            <pc:docMk/>
            <pc:sldMk cId="4051915537" sldId="284"/>
            <ac:spMk id="10" creationId="{8491FE76-7EA3-E66F-F9C7-753D71F4B551}"/>
          </ac:spMkLst>
        </pc:spChg>
        <pc:graphicFrameChg chg="add del mod modGraphic">
          <ac:chgData name="Paloma Abad Power" userId="ca3b2746-cbe2-4103-b9d7-b676455a4eb2" providerId="ADAL" clId="{89652067-B96E-4F82-8E56-5F2450ABB17A}" dt="2026-02-25T18:03:31.949" v="825" actId="478"/>
          <ac:graphicFrameMkLst>
            <pc:docMk/>
            <pc:sldMk cId="4051915537" sldId="284"/>
            <ac:graphicFrameMk id="4" creationId="{D622407D-0A72-799F-BDFE-2CDC8B972A45}"/>
          </ac:graphicFrameMkLst>
        </pc:graphicFrameChg>
        <pc:picChg chg="add mod">
          <ac:chgData name="Paloma Abad Power" userId="ca3b2746-cbe2-4103-b9d7-b676455a4eb2" providerId="ADAL" clId="{89652067-B96E-4F82-8E56-5F2450ABB17A}" dt="2026-02-25T18:15:15.910" v="858" actId="1076"/>
          <ac:picMkLst>
            <pc:docMk/>
            <pc:sldMk cId="4051915537" sldId="284"/>
            <ac:picMk id="8" creationId="{C50E013C-EA0E-3DCD-627C-C0B1592FDA69}"/>
          </ac:picMkLst>
        </pc:picChg>
      </pc:sldChg>
      <pc:sldChg chg="addSp delSp modSp add mod ord">
        <pc:chgData name="Paloma Abad Power" userId="ca3b2746-cbe2-4103-b9d7-b676455a4eb2" providerId="ADAL" clId="{89652067-B96E-4F82-8E56-5F2450ABB17A}" dt="2026-02-25T18:57:17.735" v="1216" actId="113"/>
        <pc:sldMkLst>
          <pc:docMk/>
          <pc:sldMk cId="2057128259" sldId="285"/>
        </pc:sldMkLst>
        <pc:spChg chg="mod">
          <ac:chgData name="Paloma Abad Power" userId="ca3b2746-cbe2-4103-b9d7-b676455a4eb2" providerId="ADAL" clId="{89652067-B96E-4F82-8E56-5F2450ABB17A}" dt="2026-02-25T18:57:17.735" v="1216" actId="113"/>
          <ac:spMkLst>
            <pc:docMk/>
            <pc:sldMk cId="2057128259" sldId="285"/>
            <ac:spMk id="2" creationId="{6F0FB1F7-0C8C-630C-37E6-CA80B9EB91C0}"/>
          </ac:spMkLst>
        </pc:spChg>
        <pc:spChg chg="del">
          <ac:chgData name="Paloma Abad Power" userId="ca3b2746-cbe2-4103-b9d7-b676455a4eb2" providerId="ADAL" clId="{89652067-B96E-4F82-8E56-5F2450ABB17A}" dt="2026-02-25T16:43:40.298" v="128" actId="478"/>
          <ac:spMkLst>
            <pc:docMk/>
            <pc:sldMk cId="2057128259" sldId="285"/>
            <ac:spMk id="3" creationId="{B851115C-A496-2AE8-615C-20D9DFE34BA1}"/>
          </ac:spMkLst>
        </pc:spChg>
        <pc:spChg chg="add del mod">
          <ac:chgData name="Paloma Abad Power" userId="ca3b2746-cbe2-4103-b9d7-b676455a4eb2" providerId="ADAL" clId="{89652067-B96E-4F82-8E56-5F2450ABB17A}" dt="2026-02-25T16:43:43.923" v="129" actId="478"/>
          <ac:spMkLst>
            <pc:docMk/>
            <pc:sldMk cId="2057128259" sldId="285"/>
            <ac:spMk id="5" creationId="{EAD86F69-1EDA-11ED-EDD3-8380A0F2B1CF}"/>
          </ac:spMkLst>
        </pc:spChg>
        <pc:spChg chg="add mod">
          <ac:chgData name="Paloma Abad Power" userId="ca3b2746-cbe2-4103-b9d7-b676455a4eb2" providerId="ADAL" clId="{89652067-B96E-4F82-8E56-5F2450ABB17A}" dt="2026-02-25T18:53:02.209" v="1181" actId="404"/>
          <ac:spMkLst>
            <pc:docMk/>
            <pc:sldMk cId="2057128259" sldId="285"/>
            <ac:spMk id="8" creationId="{24E37E65-3CB2-9995-E910-88714BF0BEFB}"/>
          </ac:spMkLst>
        </pc:spChg>
        <pc:graphicFrameChg chg="add mod modGraphic">
          <ac:chgData name="Paloma Abad Power" userId="ca3b2746-cbe2-4103-b9d7-b676455a4eb2" providerId="ADAL" clId="{89652067-B96E-4F82-8E56-5F2450ABB17A}" dt="2026-02-25T18:52:47.220" v="1170" actId="1076"/>
          <ac:graphicFrameMkLst>
            <pc:docMk/>
            <pc:sldMk cId="2057128259" sldId="285"/>
            <ac:graphicFrameMk id="6" creationId="{2CC02206-A7BE-F95E-700E-E99BBE23B35D}"/>
          </ac:graphicFrameMkLst>
        </pc:graphicFrameChg>
      </pc:sldChg>
      <pc:sldChg chg="modSp add del mod">
        <pc:chgData name="Paloma Abad Power" userId="ca3b2746-cbe2-4103-b9d7-b676455a4eb2" providerId="ADAL" clId="{89652067-B96E-4F82-8E56-5F2450ABB17A}" dt="2026-02-25T18:48:04.765" v="1150" actId="47"/>
        <pc:sldMkLst>
          <pc:docMk/>
          <pc:sldMk cId="2292011911" sldId="286"/>
        </pc:sldMkLst>
        <pc:spChg chg="mod">
          <ac:chgData name="Paloma Abad Power" userId="ca3b2746-cbe2-4103-b9d7-b676455a4eb2" providerId="ADAL" clId="{89652067-B96E-4F82-8E56-5F2450ABB17A}" dt="2026-02-25T17:15:47.140" v="606"/>
          <ac:spMkLst>
            <pc:docMk/>
            <pc:sldMk cId="2292011911" sldId="286"/>
            <ac:spMk id="2" creationId="{1797874C-592F-D651-BAC2-E9063CA45FC7}"/>
          </ac:spMkLst>
        </pc:spChg>
      </pc:sldChg>
      <pc:sldChg chg="modSp add del mod">
        <pc:chgData name="Paloma Abad Power" userId="ca3b2746-cbe2-4103-b9d7-b676455a4eb2" providerId="ADAL" clId="{89652067-B96E-4F82-8E56-5F2450ABB17A}" dt="2026-02-25T18:48:03.707" v="1149" actId="47"/>
        <pc:sldMkLst>
          <pc:docMk/>
          <pc:sldMk cId="2493516599" sldId="287"/>
        </pc:sldMkLst>
        <pc:spChg chg="mod">
          <ac:chgData name="Paloma Abad Power" userId="ca3b2746-cbe2-4103-b9d7-b676455a4eb2" providerId="ADAL" clId="{89652067-B96E-4F82-8E56-5F2450ABB17A}" dt="2026-02-25T17:09:47.397" v="597" actId="20577"/>
          <ac:spMkLst>
            <pc:docMk/>
            <pc:sldMk cId="2493516599" sldId="287"/>
            <ac:spMk id="2" creationId="{F44F22CF-83A8-529B-A09E-CF86A438EC86}"/>
          </ac:spMkLst>
        </pc:spChg>
      </pc:sldChg>
      <pc:sldChg chg="addSp delSp modSp add mod">
        <pc:chgData name="Paloma Abad Power" userId="ca3b2746-cbe2-4103-b9d7-b676455a4eb2" providerId="ADAL" clId="{89652067-B96E-4F82-8E56-5F2450ABB17A}" dt="2026-02-25T18:35:47.622" v="985" actId="1076"/>
        <pc:sldMkLst>
          <pc:docMk/>
          <pc:sldMk cId="4130521631" sldId="288"/>
        </pc:sldMkLst>
        <pc:spChg chg="mod">
          <ac:chgData name="Paloma Abad Power" userId="ca3b2746-cbe2-4103-b9d7-b676455a4eb2" providerId="ADAL" clId="{89652067-B96E-4F82-8E56-5F2450ABB17A}" dt="2026-02-25T17:55:22.580" v="766" actId="5793"/>
          <ac:spMkLst>
            <pc:docMk/>
            <pc:sldMk cId="4130521631" sldId="288"/>
            <ac:spMk id="2" creationId="{1B6EDC5F-CFF6-9D11-27CD-E6B1806BE252}"/>
          </ac:spMkLst>
        </pc:spChg>
        <pc:spChg chg="del">
          <ac:chgData name="Paloma Abad Power" userId="ca3b2746-cbe2-4103-b9d7-b676455a4eb2" providerId="ADAL" clId="{89652067-B96E-4F82-8E56-5F2450ABB17A}" dt="2026-02-25T17:53:38.855" v="745" actId="478"/>
          <ac:spMkLst>
            <pc:docMk/>
            <pc:sldMk cId="4130521631" sldId="288"/>
            <ac:spMk id="3" creationId="{011E66BC-1FB1-E6D2-1C66-65C7F26FE384}"/>
          </ac:spMkLst>
        </pc:spChg>
        <pc:spChg chg="add del mod">
          <ac:chgData name="Paloma Abad Power" userId="ca3b2746-cbe2-4103-b9d7-b676455a4eb2" providerId="ADAL" clId="{89652067-B96E-4F82-8E56-5F2450ABB17A}" dt="2026-02-25T17:53:40.707" v="746" actId="478"/>
          <ac:spMkLst>
            <pc:docMk/>
            <pc:sldMk cId="4130521631" sldId="288"/>
            <ac:spMk id="7" creationId="{DD7B1FA1-4249-33CF-2E15-65D67D24F655}"/>
          </ac:spMkLst>
        </pc:spChg>
        <pc:spChg chg="add mod">
          <ac:chgData name="Paloma Abad Power" userId="ca3b2746-cbe2-4103-b9d7-b676455a4eb2" providerId="ADAL" clId="{89652067-B96E-4F82-8E56-5F2450ABB17A}" dt="2026-02-25T17:55:14.969" v="765" actId="403"/>
          <ac:spMkLst>
            <pc:docMk/>
            <pc:sldMk cId="4130521631" sldId="288"/>
            <ac:spMk id="9" creationId="{334D0637-8609-D9BC-80CB-AEA3E4EF99B9}"/>
          </ac:spMkLst>
        </pc:spChg>
        <pc:spChg chg="add mod">
          <ac:chgData name="Paloma Abad Power" userId="ca3b2746-cbe2-4103-b9d7-b676455a4eb2" providerId="ADAL" clId="{89652067-B96E-4F82-8E56-5F2450ABB17A}" dt="2026-02-25T18:35:47.622" v="985" actId="1076"/>
          <ac:spMkLst>
            <pc:docMk/>
            <pc:sldMk cId="4130521631" sldId="288"/>
            <ac:spMk id="10" creationId="{9DE02DA5-884C-1A19-0B17-27FA63E9ECF1}"/>
          </ac:spMkLst>
        </pc:spChg>
        <pc:graphicFrameChg chg="mod modGraphic">
          <ac:chgData name="Paloma Abad Power" userId="ca3b2746-cbe2-4103-b9d7-b676455a4eb2" providerId="ADAL" clId="{89652067-B96E-4F82-8E56-5F2450ABB17A}" dt="2026-02-25T17:53:47.272" v="748" actId="1076"/>
          <ac:graphicFrameMkLst>
            <pc:docMk/>
            <pc:sldMk cId="4130521631" sldId="288"/>
            <ac:graphicFrameMk id="4" creationId="{9458D6B9-3156-A14B-3F1C-15BA9A47E4E3}"/>
          </ac:graphicFrameMkLst>
        </pc:graphicFrameChg>
      </pc:sldChg>
      <pc:sldChg chg="modSp add ord">
        <pc:chgData name="Paloma Abad Power" userId="ca3b2746-cbe2-4103-b9d7-b676455a4eb2" providerId="ADAL" clId="{89652067-B96E-4F82-8E56-5F2450ABB17A}" dt="2026-02-25T18:12:34.392" v="857"/>
        <pc:sldMkLst>
          <pc:docMk/>
          <pc:sldMk cId="2518028215" sldId="289"/>
        </pc:sldMkLst>
        <pc:spChg chg="mod">
          <ac:chgData name="Paloma Abad Power" userId="ca3b2746-cbe2-4103-b9d7-b676455a4eb2" providerId="ADAL" clId="{89652067-B96E-4F82-8E56-5F2450ABB17A}" dt="2026-02-25T18:12:34.392" v="857"/>
          <ac:spMkLst>
            <pc:docMk/>
            <pc:sldMk cId="2518028215" sldId="289"/>
            <ac:spMk id="2" creationId="{CC101A55-71CC-9CF0-9608-1070FA716A9B}"/>
          </ac:spMkLst>
        </pc:spChg>
      </pc:sldChg>
      <pc:sldChg chg="addSp delSp modSp add mod">
        <pc:chgData name="Paloma Abad Power" userId="ca3b2746-cbe2-4103-b9d7-b676455a4eb2" providerId="ADAL" clId="{89652067-B96E-4F82-8E56-5F2450ABB17A}" dt="2026-02-25T18:36:13.031" v="988" actId="1076"/>
        <pc:sldMkLst>
          <pc:docMk/>
          <pc:sldMk cId="3390391285" sldId="290"/>
        </pc:sldMkLst>
        <pc:spChg chg="mod">
          <ac:chgData name="Paloma Abad Power" userId="ca3b2746-cbe2-4103-b9d7-b676455a4eb2" providerId="ADAL" clId="{89652067-B96E-4F82-8E56-5F2450ABB17A}" dt="2026-02-25T18:34:23.619" v="959" actId="108"/>
          <ac:spMkLst>
            <pc:docMk/>
            <pc:sldMk cId="3390391285" sldId="290"/>
            <ac:spMk id="2" creationId="{BB0F0E96-5941-3381-C460-E6004FE957A7}"/>
          </ac:spMkLst>
        </pc:spChg>
        <pc:spChg chg="del">
          <ac:chgData name="Paloma Abad Power" userId="ca3b2746-cbe2-4103-b9d7-b676455a4eb2" providerId="ADAL" clId="{89652067-B96E-4F82-8E56-5F2450ABB17A}" dt="2026-02-25T18:26:42.649" v="918" actId="478"/>
          <ac:spMkLst>
            <pc:docMk/>
            <pc:sldMk cId="3390391285" sldId="290"/>
            <ac:spMk id="9" creationId="{A0C57B55-7D0B-D71C-C1C9-B4633091C1F0}"/>
          </ac:spMkLst>
        </pc:spChg>
        <pc:spChg chg="add del">
          <ac:chgData name="Paloma Abad Power" userId="ca3b2746-cbe2-4103-b9d7-b676455a4eb2" providerId="ADAL" clId="{89652067-B96E-4F82-8E56-5F2450ABB17A}" dt="2026-02-25T18:33:53.966" v="950" actId="22"/>
          <ac:spMkLst>
            <pc:docMk/>
            <pc:sldMk cId="3390391285" sldId="290"/>
            <ac:spMk id="13" creationId="{CF177371-4FC8-BA55-36F6-9CD6547917BA}"/>
          </ac:spMkLst>
        </pc:spChg>
        <pc:spChg chg="add mod">
          <ac:chgData name="Paloma Abad Power" userId="ca3b2746-cbe2-4103-b9d7-b676455a4eb2" providerId="ADAL" clId="{89652067-B96E-4F82-8E56-5F2450ABB17A}" dt="2026-02-25T18:34:05.577" v="957" actId="14100"/>
          <ac:spMkLst>
            <pc:docMk/>
            <pc:sldMk cId="3390391285" sldId="290"/>
            <ac:spMk id="15" creationId="{23F8AC9D-5721-2F30-68A5-BF6DD6FEAC11}"/>
          </ac:spMkLst>
        </pc:spChg>
        <pc:spChg chg="add mod">
          <ac:chgData name="Paloma Abad Power" userId="ca3b2746-cbe2-4103-b9d7-b676455a4eb2" providerId="ADAL" clId="{89652067-B96E-4F82-8E56-5F2450ABB17A}" dt="2026-02-25T18:36:13.031" v="988" actId="1076"/>
          <ac:spMkLst>
            <pc:docMk/>
            <pc:sldMk cId="3390391285" sldId="290"/>
            <ac:spMk id="16" creationId="{A69EC05B-6F2B-C06A-1AD3-68ADCC85C014}"/>
          </ac:spMkLst>
        </pc:spChg>
        <pc:graphicFrameChg chg="del">
          <ac:chgData name="Paloma Abad Power" userId="ca3b2746-cbe2-4103-b9d7-b676455a4eb2" providerId="ADAL" clId="{89652067-B96E-4F82-8E56-5F2450ABB17A}" dt="2026-02-25T18:26:40.787" v="917" actId="478"/>
          <ac:graphicFrameMkLst>
            <pc:docMk/>
            <pc:sldMk cId="3390391285" sldId="290"/>
            <ac:graphicFrameMk id="4" creationId="{BE2DED8D-7A32-0139-E05E-C3DAE6251A7B}"/>
          </ac:graphicFrameMkLst>
        </pc:graphicFrameChg>
        <pc:picChg chg="add mod">
          <ac:chgData name="Paloma Abad Power" userId="ca3b2746-cbe2-4103-b9d7-b676455a4eb2" providerId="ADAL" clId="{89652067-B96E-4F82-8E56-5F2450ABB17A}" dt="2026-02-25T18:33:37.567" v="940" actId="14100"/>
          <ac:picMkLst>
            <pc:docMk/>
            <pc:sldMk cId="3390391285" sldId="290"/>
            <ac:picMk id="5" creationId="{E123AC16-BAD9-EC60-F0DC-D61A2110D476}"/>
          </ac:picMkLst>
        </pc:picChg>
        <pc:picChg chg="add mod">
          <ac:chgData name="Paloma Abad Power" userId="ca3b2746-cbe2-4103-b9d7-b676455a4eb2" providerId="ADAL" clId="{89652067-B96E-4F82-8E56-5F2450ABB17A}" dt="2026-02-25T18:33:47.256" v="947" actId="14100"/>
          <ac:picMkLst>
            <pc:docMk/>
            <pc:sldMk cId="3390391285" sldId="290"/>
            <ac:picMk id="8" creationId="{7F9C0697-9FFD-F002-AC57-D61DC8611E96}"/>
          </ac:picMkLst>
        </pc:picChg>
        <pc:picChg chg="add mod">
          <ac:chgData name="Paloma Abad Power" userId="ca3b2746-cbe2-4103-b9d7-b676455a4eb2" providerId="ADAL" clId="{89652067-B96E-4F82-8E56-5F2450ABB17A}" dt="2026-02-25T18:33:49.152" v="948" actId="14100"/>
          <ac:picMkLst>
            <pc:docMk/>
            <pc:sldMk cId="3390391285" sldId="290"/>
            <ac:picMk id="11" creationId="{F1DA3994-50EC-A500-A49C-AAD1DCA82F1E}"/>
          </ac:picMkLst>
        </pc:picChg>
      </pc:sldChg>
      <pc:sldChg chg="addSp delSp modSp new del mod">
        <pc:chgData name="Paloma Abad Power" userId="ca3b2746-cbe2-4103-b9d7-b676455a4eb2" providerId="ADAL" clId="{89652067-B96E-4F82-8E56-5F2450ABB17A}" dt="2026-02-25T18:49:29.711" v="1164" actId="2696"/>
        <pc:sldMkLst>
          <pc:docMk/>
          <pc:sldMk cId="2829102576" sldId="291"/>
        </pc:sldMkLst>
        <pc:spChg chg="mod">
          <ac:chgData name="Paloma Abad Power" userId="ca3b2746-cbe2-4103-b9d7-b676455a4eb2" providerId="ADAL" clId="{89652067-B96E-4F82-8E56-5F2450ABB17A}" dt="2026-02-25T18:01:20.695" v="820" actId="6549"/>
          <ac:spMkLst>
            <pc:docMk/>
            <pc:sldMk cId="2829102576" sldId="291"/>
            <ac:spMk id="2" creationId="{98770FDA-10B1-E813-80A5-95BE1D623F55}"/>
          </ac:spMkLst>
        </pc:spChg>
        <pc:spChg chg="del">
          <ac:chgData name="Paloma Abad Power" userId="ca3b2746-cbe2-4103-b9d7-b676455a4eb2" providerId="ADAL" clId="{89652067-B96E-4F82-8E56-5F2450ABB17A}" dt="2026-02-25T17:58:33.555" v="770" actId="478"/>
          <ac:spMkLst>
            <pc:docMk/>
            <pc:sldMk cId="2829102576" sldId="291"/>
            <ac:spMk id="3" creationId="{8C2750B9-FE1C-2434-893E-B2E745C9FCCC}"/>
          </ac:spMkLst>
        </pc:spChg>
        <pc:graphicFrameChg chg="add del mod modGraphic">
          <ac:chgData name="Paloma Abad Power" userId="ca3b2746-cbe2-4103-b9d7-b676455a4eb2" providerId="ADAL" clId="{89652067-B96E-4F82-8E56-5F2450ABB17A}" dt="2026-02-25T18:48:08.461" v="1151" actId="21"/>
          <ac:graphicFrameMkLst>
            <pc:docMk/>
            <pc:sldMk cId="2829102576" sldId="291"/>
            <ac:graphicFrameMk id="4" creationId="{2CC02206-A7BE-F95E-700E-E99BBE23B35D}"/>
          </ac:graphicFrameMkLst>
        </pc:graphicFrameChg>
      </pc:sldChg>
      <pc:sldChg chg="delSp modSp add del mod">
        <pc:chgData name="Paloma Abad Power" userId="ca3b2746-cbe2-4103-b9d7-b676455a4eb2" providerId="ADAL" clId="{89652067-B96E-4F82-8E56-5F2450ABB17A}" dt="2026-02-25T18:34:52.725" v="961" actId="2696"/>
        <pc:sldMkLst>
          <pc:docMk/>
          <pc:sldMk cId="840692097" sldId="292"/>
        </pc:sldMkLst>
        <pc:spChg chg="mod">
          <ac:chgData name="Paloma Abad Power" userId="ca3b2746-cbe2-4103-b9d7-b676455a4eb2" providerId="ADAL" clId="{89652067-B96E-4F82-8E56-5F2450ABB17A}" dt="2026-02-25T18:04:29.130" v="848" actId="20577"/>
          <ac:spMkLst>
            <pc:docMk/>
            <pc:sldMk cId="840692097" sldId="292"/>
            <ac:spMk id="2" creationId="{3614DC5C-7843-E4BA-8F0F-0EC95FA6584C}"/>
          </ac:spMkLst>
        </pc:spChg>
        <pc:graphicFrameChg chg="del">
          <ac:chgData name="Paloma Abad Power" userId="ca3b2746-cbe2-4103-b9d7-b676455a4eb2" providerId="ADAL" clId="{89652067-B96E-4F82-8E56-5F2450ABB17A}" dt="2026-02-25T18:04:20.615" v="835" actId="478"/>
          <ac:graphicFrameMkLst>
            <pc:docMk/>
            <pc:sldMk cId="840692097" sldId="292"/>
            <ac:graphicFrameMk id="4" creationId="{E4B6A5F2-F401-9CEB-7174-BC33FEEED3D7}"/>
          </ac:graphicFrameMkLst>
        </pc:graphicFrameChg>
      </pc:sldChg>
      <pc:sldChg chg="addSp delSp modSp add mod">
        <pc:chgData name="Paloma Abad Power" userId="ca3b2746-cbe2-4103-b9d7-b676455a4eb2" providerId="ADAL" clId="{89652067-B96E-4F82-8E56-5F2450ABB17A}" dt="2026-02-25T19:07:30.157" v="1298" actId="14100"/>
        <pc:sldMkLst>
          <pc:docMk/>
          <pc:sldMk cId="1775798610" sldId="293"/>
        </pc:sldMkLst>
        <pc:spChg chg="mod">
          <ac:chgData name="Paloma Abad Power" userId="ca3b2746-cbe2-4103-b9d7-b676455a4eb2" providerId="ADAL" clId="{89652067-B96E-4F82-8E56-5F2450ABB17A}" dt="2026-02-25T18:21:12.900" v="872"/>
          <ac:spMkLst>
            <pc:docMk/>
            <pc:sldMk cId="1775798610" sldId="293"/>
            <ac:spMk id="2" creationId="{727FAD82-E543-8A92-97C5-6F47412A666B}"/>
          </ac:spMkLst>
        </pc:spChg>
        <pc:spChg chg="del">
          <ac:chgData name="Paloma Abad Power" userId="ca3b2746-cbe2-4103-b9d7-b676455a4eb2" providerId="ADAL" clId="{89652067-B96E-4F82-8E56-5F2450ABB17A}" dt="2026-02-25T18:21:15.826" v="873" actId="478"/>
          <ac:spMkLst>
            <pc:docMk/>
            <pc:sldMk cId="1775798610" sldId="293"/>
            <ac:spMk id="9" creationId="{64D705D7-41B8-1868-75A0-92CAC329C272}"/>
          </ac:spMkLst>
        </pc:spChg>
        <pc:spChg chg="add mod">
          <ac:chgData name="Paloma Abad Power" userId="ca3b2746-cbe2-4103-b9d7-b676455a4eb2" providerId="ADAL" clId="{89652067-B96E-4F82-8E56-5F2450ABB17A}" dt="2026-02-25T18:36:04.163" v="986"/>
          <ac:spMkLst>
            <pc:docMk/>
            <pc:sldMk cId="1775798610" sldId="293"/>
            <ac:spMk id="10" creationId="{67F4F8A8-2622-DBC3-5FC5-DA03F775A60C}"/>
          </ac:spMkLst>
        </pc:spChg>
        <pc:spChg chg="add mod">
          <ac:chgData name="Paloma Abad Power" userId="ca3b2746-cbe2-4103-b9d7-b676455a4eb2" providerId="ADAL" clId="{89652067-B96E-4F82-8E56-5F2450ABB17A}" dt="2026-02-25T19:07:30.157" v="1298" actId="14100"/>
          <ac:spMkLst>
            <pc:docMk/>
            <pc:sldMk cId="1775798610" sldId="293"/>
            <ac:spMk id="12" creationId="{B19E9606-70EF-BCF2-300B-30AF85702B9F}"/>
          </ac:spMkLst>
        </pc:spChg>
        <pc:graphicFrameChg chg="mod modGraphic">
          <ac:chgData name="Paloma Abad Power" userId="ca3b2746-cbe2-4103-b9d7-b676455a4eb2" providerId="ADAL" clId="{89652067-B96E-4F82-8E56-5F2450ABB17A}" dt="2026-02-25T19:07:25.946" v="1296" actId="14100"/>
          <ac:graphicFrameMkLst>
            <pc:docMk/>
            <pc:sldMk cId="1775798610" sldId="293"/>
            <ac:graphicFrameMk id="4" creationId="{610E5F46-6C91-8877-C836-80F39DAD37D1}"/>
          </ac:graphicFrameMkLst>
        </pc:graphicFrameChg>
        <pc:picChg chg="add mod">
          <ac:chgData name="Paloma Abad Power" userId="ca3b2746-cbe2-4103-b9d7-b676455a4eb2" providerId="ADAL" clId="{89652067-B96E-4F82-8E56-5F2450ABB17A}" dt="2026-02-25T18:23:53.562" v="880" actId="1076"/>
          <ac:picMkLst>
            <pc:docMk/>
            <pc:sldMk cId="1775798610" sldId="293"/>
            <ac:picMk id="5" creationId="{4C417C47-13CD-8910-4052-CE88599806D8}"/>
          </ac:picMkLst>
        </pc:picChg>
        <pc:picChg chg="add del mod">
          <ac:chgData name="Paloma Abad Power" userId="ca3b2746-cbe2-4103-b9d7-b676455a4eb2" providerId="ADAL" clId="{89652067-B96E-4F82-8E56-5F2450ABB17A}" dt="2026-02-25T19:07:21.468" v="1294" actId="478"/>
          <ac:picMkLst>
            <pc:docMk/>
            <pc:sldMk cId="1775798610" sldId="293"/>
            <ac:picMk id="8" creationId="{AB7A0503-FDBD-7855-D8C4-313EBBC3D20C}"/>
          </ac:picMkLst>
        </pc:picChg>
      </pc:sldChg>
      <pc:sldChg chg="addSp delSp modSp add mod">
        <pc:chgData name="Paloma Abad Power" userId="ca3b2746-cbe2-4103-b9d7-b676455a4eb2" providerId="ADAL" clId="{89652067-B96E-4F82-8E56-5F2450ABB17A}" dt="2026-02-25T18:45:45.403" v="1096" actId="1076"/>
        <pc:sldMkLst>
          <pc:docMk/>
          <pc:sldMk cId="2172372409" sldId="294"/>
        </pc:sldMkLst>
        <pc:spChg chg="mod">
          <ac:chgData name="Paloma Abad Power" userId="ca3b2746-cbe2-4103-b9d7-b676455a4eb2" providerId="ADAL" clId="{89652067-B96E-4F82-8E56-5F2450ABB17A}" dt="2026-02-25T18:45:21.888" v="1089" actId="207"/>
          <ac:spMkLst>
            <pc:docMk/>
            <pc:sldMk cId="2172372409" sldId="294"/>
            <ac:spMk id="2" creationId="{69658DC9-917D-F597-3181-81C1D4074CB3}"/>
          </ac:spMkLst>
        </pc:spChg>
        <pc:picChg chg="add del mod">
          <ac:chgData name="Paloma Abad Power" userId="ca3b2746-cbe2-4103-b9d7-b676455a4eb2" providerId="ADAL" clId="{89652067-B96E-4F82-8E56-5F2450ABB17A}" dt="2026-02-25T18:43:31.247" v="1049" actId="478"/>
          <ac:picMkLst>
            <pc:docMk/>
            <pc:sldMk cId="2172372409" sldId="294"/>
            <ac:picMk id="4" creationId="{83B76410-E2B7-4663-DFB9-2E60BDDB53FB}"/>
          </ac:picMkLst>
        </pc:picChg>
        <pc:picChg chg="add del mod">
          <ac:chgData name="Paloma Abad Power" userId="ca3b2746-cbe2-4103-b9d7-b676455a4eb2" providerId="ADAL" clId="{89652067-B96E-4F82-8E56-5F2450ABB17A}" dt="2026-02-25T18:45:40.294" v="1090" actId="478"/>
          <ac:picMkLst>
            <pc:docMk/>
            <pc:sldMk cId="2172372409" sldId="294"/>
            <ac:picMk id="6" creationId="{D30C74EF-0B46-0F4C-EFCF-E2C27E6A1FEA}"/>
          </ac:picMkLst>
        </pc:picChg>
        <pc:picChg chg="add mod">
          <ac:chgData name="Paloma Abad Power" userId="ca3b2746-cbe2-4103-b9d7-b676455a4eb2" providerId="ADAL" clId="{89652067-B96E-4F82-8E56-5F2450ABB17A}" dt="2026-02-25T18:45:45.403" v="1096" actId="1076"/>
          <ac:picMkLst>
            <pc:docMk/>
            <pc:sldMk cId="2172372409" sldId="294"/>
            <ac:picMk id="8" creationId="{CCA74D01-D084-B95A-5196-4F61C456E2A2}"/>
          </ac:picMkLst>
        </pc:picChg>
      </pc:sldChg>
      <pc:sldChg chg="addSp delSp modSp add mod">
        <pc:chgData name="Paloma Abad Power" userId="ca3b2746-cbe2-4103-b9d7-b676455a4eb2" providerId="ADAL" clId="{89652067-B96E-4F82-8E56-5F2450ABB17A}" dt="2026-02-25T19:13:09.346" v="1318" actId="1076"/>
        <pc:sldMkLst>
          <pc:docMk/>
          <pc:sldMk cId="2189560451" sldId="295"/>
        </pc:sldMkLst>
        <pc:spChg chg="mod">
          <ac:chgData name="Paloma Abad Power" userId="ca3b2746-cbe2-4103-b9d7-b676455a4eb2" providerId="ADAL" clId="{89652067-B96E-4F82-8E56-5F2450ABB17A}" dt="2026-02-25T19:13:00.542" v="1314" actId="20577"/>
          <ac:spMkLst>
            <pc:docMk/>
            <pc:sldMk cId="2189560451" sldId="295"/>
            <ac:spMk id="2" creationId="{DCB09DD4-6605-AE50-A823-064166B9CC05}"/>
          </ac:spMkLst>
        </pc:spChg>
        <pc:spChg chg="add mod">
          <ac:chgData name="Paloma Abad Power" userId="ca3b2746-cbe2-4103-b9d7-b676455a4eb2" providerId="ADAL" clId="{89652067-B96E-4F82-8E56-5F2450ABB17A}" dt="2026-02-25T19:13:09.346" v="1318" actId="1076"/>
          <ac:spMkLst>
            <pc:docMk/>
            <pc:sldMk cId="2189560451" sldId="295"/>
            <ac:spMk id="8" creationId="{B2BB85FB-3120-F9DF-31EF-96B39299C3CC}"/>
          </ac:spMkLst>
        </pc:spChg>
        <pc:graphicFrameChg chg="del">
          <ac:chgData name="Paloma Abad Power" userId="ca3b2746-cbe2-4103-b9d7-b676455a4eb2" providerId="ADAL" clId="{89652067-B96E-4F82-8E56-5F2450ABB17A}" dt="2026-02-25T18:50:29.535" v="1167" actId="478"/>
          <ac:graphicFrameMkLst>
            <pc:docMk/>
            <pc:sldMk cId="2189560451" sldId="295"/>
            <ac:graphicFrameMk id="6" creationId="{09BB2B5C-5CAC-FBBF-175F-C5EE014D1AD3}"/>
          </ac:graphicFrameMkLst>
        </pc:graphicFrameChg>
        <pc:picChg chg="add mod">
          <ac:chgData name="Paloma Abad Power" userId="ca3b2746-cbe2-4103-b9d7-b676455a4eb2" providerId="ADAL" clId="{89652067-B96E-4F82-8E56-5F2450ABB17A}" dt="2026-02-25T19:13:02.911" v="1315" actId="1076"/>
          <ac:picMkLst>
            <pc:docMk/>
            <pc:sldMk cId="2189560451" sldId="295"/>
            <ac:picMk id="4" creationId="{CC4A7DA7-DD9A-6C11-99F1-89A6C0FBB4C5}"/>
          </ac:picMkLst>
        </pc:picChg>
        <pc:picChg chg="add mod">
          <ac:chgData name="Paloma Abad Power" userId="ca3b2746-cbe2-4103-b9d7-b676455a4eb2" providerId="ADAL" clId="{89652067-B96E-4F82-8E56-5F2450ABB17A}" dt="2026-02-25T19:13:04.939" v="1316" actId="1076"/>
          <ac:picMkLst>
            <pc:docMk/>
            <pc:sldMk cId="2189560451" sldId="295"/>
            <ac:picMk id="7" creationId="{E2D9DB0D-291B-902E-B512-BC2DBD59661C}"/>
          </ac:picMkLst>
        </pc:picChg>
      </pc:sldChg>
      <pc:sldChg chg="addSp modSp add mod">
        <pc:chgData name="Paloma Abad Power" userId="ca3b2746-cbe2-4103-b9d7-b676455a4eb2" providerId="ADAL" clId="{89652067-B96E-4F82-8E56-5F2450ABB17A}" dt="2026-02-25T19:23:53.907" v="1418" actId="20577"/>
        <pc:sldMkLst>
          <pc:docMk/>
          <pc:sldMk cId="616950100" sldId="296"/>
        </pc:sldMkLst>
        <pc:spChg chg="mod">
          <ac:chgData name="Paloma Abad Power" userId="ca3b2746-cbe2-4103-b9d7-b676455a4eb2" providerId="ADAL" clId="{89652067-B96E-4F82-8E56-5F2450ABB17A}" dt="2026-02-25T19:17:31.008" v="1362" actId="6549"/>
          <ac:spMkLst>
            <pc:docMk/>
            <pc:sldMk cId="616950100" sldId="296"/>
            <ac:spMk id="2" creationId="{C7F42BE9-C89D-F1A9-4F20-1C3711E83406}"/>
          </ac:spMkLst>
        </pc:spChg>
        <pc:spChg chg="add mod">
          <ac:chgData name="Paloma Abad Power" userId="ca3b2746-cbe2-4103-b9d7-b676455a4eb2" providerId="ADAL" clId="{89652067-B96E-4F82-8E56-5F2450ABB17A}" dt="2026-02-25T19:17:23.379" v="1360" actId="1076"/>
          <ac:spMkLst>
            <pc:docMk/>
            <pc:sldMk cId="616950100" sldId="296"/>
            <ac:spMk id="4" creationId="{B3C2A109-01C5-8AA4-5473-4CEF035D9B47}"/>
          </ac:spMkLst>
        </pc:spChg>
        <pc:graphicFrameChg chg="add mod modGraphic">
          <ac:chgData name="Paloma Abad Power" userId="ca3b2746-cbe2-4103-b9d7-b676455a4eb2" providerId="ADAL" clId="{89652067-B96E-4F82-8E56-5F2450ABB17A}" dt="2026-02-25T19:23:53.907" v="1418" actId="20577"/>
          <ac:graphicFrameMkLst>
            <pc:docMk/>
            <pc:sldMk cId="616950100" sldId="296"/>
            <ac:graphicFrameMk id="3" creationId="{913FBBAD-9140-1AFF-BFE0-DD3EC459C787}"/>
          </ac:graphicFrameMkLst>
        </pc:graphicFrameChg>
      </pc:sldChg>
      <pc:sldChg chg="add del">
        <pc:chgData name="Paloma Abad Power" userId="ca3b2746-cbe2-4103-b9d7-b676455a4eb2" providerId="ADAL" clId="{89652067-B96E-4F82-8E56-5F2450ABB17A}" dt="2026-02-25T19:47:10.636" v="1492" actId="2696"/>
        <pc:sldMkLst>
          <pc:docMk/>
          <pc:sldMk cId="51119370" sldId="297"/>
        </pc:sldMkLst>
      </pc:sldChg>
      <pc:sldChg chg="delSp modSp add mod">
        <pc:chgData name="Paloma Abad Power" userId="ca3b2746-cbe2-4103-b9d7-b676455a4eb2" providerId="ADAL" clId="{89652067-B96E-4F82-8E56-5F2450ABB17A}" dt="2026-02-25T19:47:19.403" v="1493" actId="1076"/>
        <pc:sldMkLst>
          <pc:docMk/>
          <pc:sldMk cId="3624151553" sldId="298"/>
        </pc:sldMkLst>
        <pc:spChg chg="mod">
          <ac:chgData name="Paloma Abad Power" userId="ca3b2746-cbe2-4103-b9d7-b676455a4eb2" providerId="ADAL" clId="{89652067-B96E-4F82-8E56-5F2450ABB17A}" dt="2026-02-25T19:47:19.403" v="1493" actId="1076"/>
          <ac:spMkLst>
            <pc:docMk/>
            <pc:sldMk cId="3624151553" sldId="298"/>
            <ac:spMk id="2" creationId="{9C36C748-DE30-09AB-6301-270D0E05E099}"/>
          </ac:spMkLst>
        </pc:spChg>
        <pc:spChg chg="del">
          <ac:chgData name="Paloma Abad Power" userId="ca3b2746-cbe2-4103-b9d7-b676455a4eb2" providerId="ADAL" clId="{89652067-B96E-4F82-8E56-5F2450ABB17A}" dt="2026-02-25T19:25:51.704" v="1427" actId="478"/>
          <ac:spMkLst>
            <pc:docMk/>
            <pc:sldMk cId="3624151553" sldId="298"/>
            <ac:spMk id="4" creationId="{4C2C3E14-31D6-256C-E645-FDE942591DD6}"/>
          </ac:spMkLst>
        </pc:spChg>
        <pc:graphicFrameChg chg="del">
          <ac:chgData name="Paloma Abad Power" userId="ca3b2746-cbe2-4103-b9d7-b676455a4eb2" providerId="ADAL" clId="{89652067-B96E-4F82-8E56-5F2450ABB17A}" dt="2026-02-25T19:25:47.562" v="1425" actId="478"/>
          <ac:graphicFrameMkLst>
            <pc:docMk/>
            <pc:sldMk cId="3624151553" sldId="298"/>
            <ac:graphicFrameMk id="3" creationId="{EB7D4560-696B-94BA-88FD-8FB6951F6EEA}"/>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4283" cy="49702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48645" y="0"/>
            <a:ext cx="2944283" cy="49702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425450" y="1238250"/>
            <a:ext cx="5943600" cy="33432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GB"/>
          </a:p>
        </p:txBody>
      </p:sp>
      <p:sp>
        <p:nvSpPr>
          <p:cNvPr id="6" name="Google Shape;6;n"/>
          <p:cNvSpPr txBox="1">
            <a:spLocks noGrp="1"/>
          </p:cNvSpPr>
          <p:nvPr>
            <p:ph type="body" idx="1"/>
          </p:nvPr>
        </p:nvSpPr>
        <p:spPr>
          <a:xfrm>
            <a:off x="679450" y="4767262"/>
            <a:ext cx="5435600" cy="390048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08981"/>
            <a:ext cx="2944283" cy="497019"/>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48645" y="9408981"/>
            <a:ext cx="2944283" cy="497019"/>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1:notes"/>
          <p:cNvSpPr txBox="1">
            <a:spLocks noGrp="1"/>
          </p:cNvSpPr>
          <p:nvPr>
            <p:ph type="body" idx="1"/>
          </p:nvPr>
        </p:nvSpPr>
        <p:spPr>
          <a:xfrm>
            <a:off x="679450" y="4767262"/>
            <a:ext cx="5435600" cy="390048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1:notes"/>
          <p:cNvSpPr>
            <a:spLocks noGrp="1" noRot="1" noChangeAspect="1"/>
          </p:cNvSpPr>
          <p:nvPr>
            <p:ph type="sldImg" idx="2"/>
          </p:nvPr>
        </p:nvSpPr>
        <p:spPr>
          <a:xfrm>
            <a:off x="425450" y="1238250"/>
            <a:ext cx="5943600" cy="33432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p:cSld name="Cover">
    <p:spTree>
      <p:nvGrpSpPr>
        <p:cNvPr id="1" name="Shape 12"/>
        <p:cNvGrpSpPr/>
        <p:nvPr/>
      </p:nvGrpSpPr>
      <p:grpSpPr>
        <a:xfrm>
          <a:off x="0" y="0"/>
          <a:ext cx="0" cy="0"/>
          <a:chOff x="0" y="0"/>
          <a:chExt cx="0" cy="0"/>
        </a:xfrm>
      </p:grpSpPr>
      <p:sp>
        <p:nvSpPr>
          <p:cNvPr id="13" name="Google Shape;13;p8"/>
          <p:cNvSpPr/>
          <p:nvPr/>
        </p:nvSpPr>
        <p:spPr>
          <a:xfrm>
            <a:off x="0" y="1073101"/>
            <a:ext cx="12192000" cy="5784900"/>
          </a:xfrm>
          <a:prstGeom prst="rect">
            <a:avLst/>
          </a:prstGeom>
          <a:gradFill>
            <a:gsLst>
              <a:gs pos="0">
                <a:srgbClr val="0D6CB4"/>
              </a:gs>
              <a:gs pos="47000">
                <a:srgbClr val="0D6CB4"/>
              </a:gs>
              <a:gs pos="77000">
                <a:srgbClr val="227DC1"/>
              </a:gs>
              <a:gs pos="100000">
                <a:schemeClr val="accent2"/>
              </a:gs>
            </a:gsLst>
            <a:path path="circle">
              <a:fillToRect r="100000" b="100000"/>
            </a:path>
            <a:tileRect l="-100000" t="-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accent4"/>
              </a:solidFill>
              <a:latin typeface="Arial"/>
              <a:ea typeface="Arial"/>
              <a:cs typeface="Arial"/>
              <a:sym typeface="Arial"/>
            </a:endParaRPr>
          </a:p>
        </p:txBody>
      </p:sp>
      <p:sp>
        <p:nvSpPr>
          <p:cNvPr id="14" name="Google Shape;14;p8"/>
          <p:cNvSpPr txBox="1">
            <a:spLocks noGrp="1"/>
          </p:cNvSpPr>
          <p:nvPr>
            <p:ph type="ctrTitle"/>
          </p:nvPr>
        </p:nvSpPr>
        <p:spPr>
          <a:xfrm>
            <a:off x="1071349" y="1992572"/>
            <a:ext cx="10290265" cy="214952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6000"/>
              <a:buFont typeface="Arial"/>
              <a:buNone/>
              <a:defRPr sz="6000" b="0"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cxnSp>
        <p:nvCxnSpPr>
          <p:cNvPr id="15" name="Google Shape;15;p8"/>
          <p:cNvCxnSpPr/>
          <p:nvPr/>
        </p:nvCxnSpPr>
        <p:spPr>
          <a:xfrm>
            <a:off x="838200" y="1978925"/>
            <a:ext cx="0" cy="4879075"/>
          </a:xfrm>
          <a:prstGeom prst="straightConnector1">
            <a:avLst/>
          </a:prstGeom>
          <a:noFill/>
          <a:ln w="28575" cap="flat" cmpd="sng">
            <a:solidFill>
              <a:schemeClr val="accent5"/>
            </a:solidFill>
            <a:prstDash val="solid"/>
            <a:miter lim="800000"/>
            <a:headEnd type="none" w="sm" len="sm"/>
            <a:tailEnd type="none" w="sm" len="sm"/>
          </a:ln>
        </p:spPr>
      </p:cxnSp>
      <p:sp>
        <p:nvSpPr>
          <p:cNvPr id="16" name="Google Shape;16;p8"/>
          <p:cNvSpPr txBox="1">
            <a:spLocks noGrp="1"/>
          </p:cNvSpPr>
          <p:nvPr>
            <p:ph type="subTitle" idx="1"/>
          </p:nvPr>
        </p:nvSpPr>
        <p:spPr>
          <a:xfrm>
            <a:off x="1071350" y="4418049"/>
            <a:ext cx="10290265" cy="897754"/>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2B91C5"/>
              </a:buClr>
              <a:buSzPts val="2800"/>
              <a:buFont typeface="Arial"/>
              <a:buNone/>
              <a:defRPr sz="2800" b="0" i="0" u="none" strike="noStrike" cap="none">
                <a:solidFill>
                  <a:schemeClr val="accent5"/>
                </a:solidFill>
                <a:latin typeface="Arial"/>
                <a:ea typeface="Arial"/>
                <a:cs typeface="Arial"/>
                <a:sym typeface="Arial"/>
              </a:defRPr>
            </a:lvl1pPr>
            <a:lvl2pPr marR="0" lvl="1" algn="ctr" rtl="0">
              <a:lnSpc>
                <a:spcPct val="100000"/>
              </a:lnSpc>
              <a:spcBef>
                <a:spcPts val="1800"/>
              </a:spcBef>
              <a:spcAft>
                <a:spcPts val="0"/>
              </a:spcAft>
              <a:buClr>
                <a:srgbClr val="2B91C5"/>
              </a:buClr>
              <a:buSzPts val="2000"/>
              <a:buFont typeface="Arial"/>
              <a:buNone/>
              <a:defRPr sz="2000" b="0" i="0" u="none" strike="noStrike" cap="none">
                <a:solidFill>
                  <a:schemeClr val="dk1"/>
                </a:solidFill>
                <a:latin typeface="Arial"/>
                <a:ea typeface="Arial"/>
                <a:cs typeface="Arial"/>
                <a:sym typeface="Arial"/>
              </a:defRPr>
            </a:lvl2pPr>
            <a:lvl3pPr marR="0" lvl="2" algn="ctr" rtl="0">
              <a:lnSpc>
                <a:spcPct val="100000"/>
              </a:lnSpc>
              <a:spcBef>
                <a:spcPts val="1800"/>
              </a:spcBef>
              <a:spcAft>
                <a:spcPts val="0"/>
              </a:spcAft>
              <a:buClr>
                <a:srgbClr val="2B91C5"/>
              </a:buClr>
              <a:buSzPts val="1800"/>
              <a:buFont typeface="Arial"/>
              <a:buNone/>
              <a:defRPr sz="1800" b="0" i="0" u="none" strike="noStrike" cap="none">
                <a:solidFill>
                  <a:schemeClr val="dk1"/>
                </a:solidFill>
                <a:latin typeface="Arial"/>
                <a:ea typeface="Arial"/>
                <a:cs typeface="Arial"/>
                <a:sym typeface="Arial"/>
              </a:defRPr>
            </a:lvl3pPr>
            <a:lvl4pPr marR="0" lvl="3" algn="ctr" rtl="0">
              <a:lnSpc>
                <a:spcPct val="100000"/>
              </a:lnSpc>
              <a:spcBef>
                <a:spcPts val="1800"/>
              </a:spcBef>
              <a:spcAft>
                <a:spcPts val="0"/>
              </a:spcAft>
              <a:buClr>
                <a:srgbClr val="2B91C5"/>
              </a:buClr>
              <a:buSzPts val="1600"/>
              <a:buFont typeface="Arial"/>
              <a:buNone/>
              <a:defRPr sz="1600" b="0" i="0" u="none" strike="noStrike" cap="none">
                <a:solidFill>
                  <a:schemeClr val="dk1"/>
                </a:solidFill>
                <a:latin typeface="Arial"/>
                <a:ea typeface="Arial"/>
                <a:cs typeface="Arial"/>
                <a:sym typeface="Arial"/>
              </a:defRPr>
            </a:lvl4pPr>
            <a:lvl5pPr marR="0" lvl="4" algn="ctr" rtl="0">
              <a:lnSpc>
                <a:spcPct val="100000"/>
              </a:lnSpc>
              <a:spcBef>
                <a:spcPts val="1800"/>
              </a:spcBef>
              <a:spcAft>
                <a:spcPts val="0"/>
              </a:spcAft>
              <a:buClr>
                <a:srgbClr val="2B91C5"/>
              </a:buClr>
              <a:buSzPts val="1600"/>
              <a:buFont typeface="Arial"/>
              <a:buNone/>
              <a:defRPr sz="1600" b="0" i="0" u="none" strike="noStrike" cap="none">
                <a:solidFill>
                  <a:schemeClr val="dk1"/>
                </a:solidFill>
                <a:latin typeface="Arial"/>
                <a:ea typeface="Arial"/>
                <a:cs typeface="Arial"/>
                <a:sym typeface="Arial"/>
              </a:defRPr>
            </a:lvl5pPr>
            <a:lvl6pPr marR="0" lvl="5" algn="ctr" rtl="0">
              <a:lnSpc>
                <a:spcPct val="90000"/>
              </a:lnSpc>
              <a:spcBef>
                <a:spcPts val="18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sp>
        <p:nvSpPr>
          <p:cNvPr id="17" name="Google Shape;17;p8"/>
          <p:cNvSpPr txBox="1">
            <a:spLocks noGrp="1"/>
          </p:cNvSpPr>
          <p:nvPr>
            <p:ph type="body" idx="2"/>
          </p:nvPr>
        </p:nvSpPr>
        <p:spPr>
          <a:xfrm>
            <a:off x="6094413" y="5391726"/>
            <a:ext cx="5267202" cy="877455"/>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2B91C5"/>
              </a:buClr>
              <a:buSzPts val="2200"/>
              <a:buFont typeface="Arial"/>
              <a:buNone/>
              <a:defRPr sz="2200" b="0" i="1" u="none" strike="noStrike" cap="none">
                <a:solidFill>
                  <a:schemeClr val="lt1"/>
                </a:solidFill>
                <a:latin typeface="Arial"/>
                <a:ea typeface="Arial"/>
                <a:cs typeface="Arial"/>
                <a:sym typeface="Arial"/>
              </a:defRPr>
            </a:lvl1pPr>
            <a:lvl2pPr marL="914400" marR="0" lvl="1" indent="-355600" algn="l" rtl="0">
              <a:lnSpc>
                <a:spcPct val="100000"/>
              </a:lnSpc>
              <a:spcBef>
                <a:spcPts val="800"/>
              </a:spcBef>
              <a:spcAft>
                <a:spcPts val="0"/>
              </a:spcAft>
              <a:buClr>
                <a:srgbClr val="2B91C5"/>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0"/>
              </a:spcBef>
              <a:spcAft>
                <a:spcPts val="0"/>
              </a:spcAft>
              <a:buClr>
                <a:srgbClr val="2B91C5"/>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800"/>
              </a:spcBef>
              <a:spcAft>
                <a:spcPts val="0"/>
              </a:spcAft>
              <a:buClr>
                <a:srgbClr val="2B91C5"/>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800"/>
              </a:spcBef>
              <a:spcAft>
                <a:spcPts val="0"/>
              </a:spcAft>
              <a:buClr>
                <a:srgbClr val="2B91C5"/>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1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18" name="Google Shape;18;p8" descr="Footer.jpg"/>
          <p:cNvPicPr preferRelativeResize="0"/>
          <p:nvPr/>
        </p:nvPicPr>
        <p:blipFill rotWithShape="1">
          <a:blip r:embed="rId2">
            <a:alphaModFix/>
          </a:blip>
          <a:srcRect/>
          <a:stretch/>
        </p:blipFill>
        <p:spPr>
          <a:xfrm>
            <a:off x="5747221" y="6390001"/>
            <a:ext cx="697559" cy="467999"/>
          </a:xfrm>
          <a:prstGeom prst="rect">
            <a:avLst/>
          </a:prstGeom>
          <a:noFill/>
          <a:ln>
            <a:noFill/>
          </a:ln>
        </p:spPr>
      </p:pic>
      <p:pic>
        <p:nvPicPr>
          <p:cNvPr id="19" name="Google Shape;19;p8" descr="EC-JRC-logo_vertical_EN_pos_transparent-background.png"/>
          <p:cNvPicPr preferRelativeResize="0"/>
          <p:nvPr/>
        </p:nvPicPr>
        <p:blipFill rotWithShape="1">
          <a:blip r:embed="rId3">
            <a:alphaModFix/>
          </a:blip>
          <a:srcRect l="3733" t="5039" r="4158" b="4382"/>
          <a:stretch/>
        </p:blipFill>
        <p:spPr>
          <a:xfrm>
            <a:off x="5373779" y="264907"/>
            <a:ext cx="1674947" cy="11520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0"/>
        <p:cNvGrpSpPr/>
        <p:nvPr/>
      </p:nvGrpSpPr>
      <p:grpSpPr>
        <a:xfrm>
          <a:off x="0" y="0"/>
          <a:ext cx="0" cy="0"/>
          <a:chOff x="0" y="0"/>
          <a:chExt cx="0" cy="0"/>
        </a:xfrm>
      </p:grpSpPr>
      <p:sp>
        <p:nvSpPr>
          <p:cNvPr id="21" name="Google Shape;21;p9"/>
          <p:cNvSpPr txBox="1">
            <a:spLocks noGrp="1"/>
          </p:cNvSpPr>
          <p:nvPr>
            <p:ph type="body" idx="1"/>
          </p:nvPr>
        </p:nvSpPr>
        <p:spPr>
          <a:xfrm>
            <a:off x="967154" y="1825624"/>
            <a:ext cx="10267462" cy="4170363"/>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0"/>
              </a:spcBef>
              <a:spcAft>
                <a:spcPts val="0"/>
              </a:spcAft>
              <a:buClr>
                <a:schemeClr val="accent5"/>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1800"/>
              </a:spcBef>
              <a:spcAft>
                <a:spcPts val="0"/>
              </a:spcAft>
              <a:buClr>
                <a:schemeClr val="accent5"/>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0"/>
              </a:spcBef>
              <a:spcAft>
                <a:spcPts val="0"/>
              </a:spcAft>
              <a:buClr>
                <a:schemeClr val="accent5"/>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800"/>
              </a:spcBef>
              <a:spcAft>
                <a:spcPts val="0"/>
              </a:spcAft>
              <a:buClr>
                <a:schemeClr val="accent5"/>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800"/>
              </a:spcBef>
              <a:spcAft>
                <a:spcPts val="0"/>
              </a:spcAft>
              <a:buClr>
                <a:schemeClr val="accent5"/>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1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cxnSp>
        <p:nvCxnSpPr>
          <p:cNvPr id="22" name="Google Shape;22;p9"/>
          <p:cNvCxnSpPr/>
          <p:nvPr/>
        </p:nvCxnSpPr>
        <p:spPr>
          <a:xfrm flipH="1">
            <a:off x="838201" y="0"/>
            <a:ext cx="1" cy="1365250"/>
          </a:xfrm>
          <a:prstGeom prst="straightConnector1">
            <a:avLst/>
          </a:prstGeom>
          <a:noFill/>
          <a:ln w="28575" cap="flat" cmpd="sng">
            <a:solidFill>
              <a:schemeClr val="accent5"/>
            </a:solidFill>
            <a:prstDash val="solid"/>
            <a:miter lim="800000"/>
            <a:headEnd type="none" w="sm" len="sm"/>
            <a:tailEnd type="none" w="sm" len="sm"/>
          </a:ln>
        </p:spPr>
      </p:cxnSp>
      <p:sp>
        <p:nvSpPr>
          <p:cNvPr id="23" name="Google Shape;23;p9"/>
          <p:cNvSpPr txBox="1">
            <a:spLocks noGrp="1"/>
          </p:cNvSpPr>
          <p:nvPr>
            <p:ph type="title"/>
          </p:nvPr>
        </p:nvSpPr>
        <p:spPr>
          <a:xfrm>
            <a:off x="970722" y="575220"/>
            <a:ext cx="10263893" cy="782357"/>
          </a:xfrm>
          <a:prstGeom prst="rect">
            <a:avLst/>
          </a:prstGeom>
          <a:noFill/>
          <a:ln>
            <a:noFill/>
          </a:ln>
        </p:spPr>
        <p:txBody>
          <a:bodyPr spcFirstLastPara="1" wrap="square" lIns="91425" tIns="45700" rIns="91425" bIns="0" anchor="b" anchorCtr="0">
            <a:noAutofit/>
          </a:bodyPr>
          <a:lstStyle>
            <a:lvl1pPr marR="0" lvl="0" algn="ctr" rtl="0">
              <a:lnSpc>
                <a:spcPct val="90000"/>
              </a:lnSpc>
              <a:spcBef>
                <a:spcPts val="0"/>
              </a:spcBef>
              <a:spcAft>
                <a:spcPts val="0"/>
              </a:spcAft>
              <a:buClr>
                <a:schemeClr val="dk2"/>
              </a:buClr>
              <a:buSzPts val="3800"/>
              <a:buFont typeface="Arial"/>
              <a:buNone/>
              <a:defRPr sz="3800" b="0"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hapter cover (option 1)" type="title">
  <p:cSld name="TITLE">
    <p:spTree>
      <p:nvGrpSpPr>
        <p:cNvPr id="1" name="Shape 29"/>
        <p:cNvGrpSpPr/>
        <p:nvPr/>
      </p:nvGrpSpPr>
      <p:grpSpPr>
        <a:xfrm>
          <a:off x="0" y="0"/>
          <a:ext cx="0" cy="0"/>
          <a:chOff x="0" y="0"/>
          <a:chExt cx="0" cy="0"/>
        </a:xfrm>
      </p:grpSpPr>
      <p:sp>
        <p:nvSpPr>
          <p:cNvPr id="30" name="Google Shape;30;p11"/>
          <p:cNvSpPr/>
          <p:nvPr/>
        </p:nvSpPr>
        <p:spPr>
          <a:xfrm>
            <a:off x="0" y="1"/>
            <a:ext cx="12192000" cy="6858000"/>
          </a:xfrm>
          <a:prstGeom prst="rect">
            <a:avLst/>
          </a:prstGeom>
          <a:gradFill>
            <a:gsLst>
              <a:gs pos="0">
                <a:srgbClr val="0D6CB4"/>
              </a:gs>
              <a:gs pos="47000">
                <a:srgbClr val="0D6CB4"/>
              </a:gs>
              <a:gs pos="77000">
                <a:srgbClr val="227DC1"/>
              </a:gs>
              <a:gs pos="100000">
                <a:schemeClr val="accent2"/>
              </a:gs>
            </a:gsLst>
            <a:path path="circle">
              <a:fillToRect r="100000" b="100000"/>
            </a:path>
            <a:tileRect l="-100000" t="-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accent4"/>
              </a:solidFill>
              <a:latin typeface="Arial"/>
              <a:ea typeface="Arial"/>
              <a:cs typeface="Arial"/>
              <a:sym typeface="Arial"/>
            </a:endParaRPr>
          </a:p>
        </p:txBody>
      </p:sp>
      <p:sp>
        <p:nvSpPr>
          <p:cNvPr id="31" name="Google Shape;31;p11"/>
          <p:cNvSpPr txBox="1">
            <a:spLocks noGrp="1"/>
          </p:cNvSpPr>
          <p:nvPr>
            <p:ph type="ctrTitle"/>
          </p:nvPr>
        </p:nvSpPr>
        <p:spPr>
          <a:xfrm>
            <a:off x="1070189" y="1122363"/>
            <a:ext cx="10281657" cy="23876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rgbClr val="FFD129"/>
              </a:buClr>
              <a:buSzPts val="6000"/>
              <a:buFont typeface="Arial"/>
              <a:buNone/>
              <a:defRPr sz="6000" b="0" i="0" u="none" strike="noStrike" cap="none">
                <a:solidFill>
                  <a:srgbClr val="FFD12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2" name="Google Shape;32;p11"/>
          <p:cNvSpPr txBox="1">
            <a:spLocks noGrp="1"/>
          </p:cNvSpPr>
          <p:nvPr>
            <p:ph type="subTitle" idx="1"/>
          </p:nvPr>
        </p:nvSpPr>
        <p:spPr>
          <a:xfrm>
            <a:off x="1070189" y="3602038"/>
            <a:ext cx="10281657" cy="1655762"/>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2B91C5"/>
              </a:buClr>
              <a:buSzPts val="2400"/>
              <a:buFont typeface="Arial"/>
              <a:buNone/>
              <a:defRPr sz="2400" b="0" i="0" u="none" strike="noStrike" cap="none">
                <a:solidFill>
                  <a:schemeClr val="lt1"/>
                </a:solidFill>
                <a:latin typeface="Arial"/>
                <a:ea typeface="Arial"/>
                <a:cs typeface="Arial"/>
                <a:sym typeface="Arial"/>
              </a:defRPr>
            </a:lvl1pPr>
            <a:lvl2pPr marR="0" lvl="1" algn="ctr" rtl="0">
              <a:lnSpc>
                <a:spcPct val="100000"/>
              </a:lnSpc>
              <a:spcBef>
                <a:spcPts val="1800"/>
              </a:spcBef>
              <a:spcAft>
                <a:spcPts val="0"/>
              </a:spcAft>
              <a:buClr>
                <a:srgbClr val="2B91C5"/>
              </a:buClr>
              <a:buSzPts val="2000"/>
              <a:buFont typeface="Arial"/>
              <a:buNone/>
              <a:defRPr sz="2000" b="0" i="0" u="none" strike="noStrike" cap="none">
                <a:solidFill>
                  <a:schemeClr val="dk1"/>
                </a:solidFill>
                <a:latin typeface="Arial"/>
                <a:ea typeface="Arial"/>
                <a:cs typeface="Arial"/>
                <a:sym typeface="Arial"/>
              </a:defRPr>
            </a:lvl2pPr>
            <a:lvl3pPr marR="0" lvl="2" algn="ctr" rtl="0">
              <a:lnSpc>
                <a:spcPct val="100000"/>
              </a:lnSpc>
              <a:spcBef>
                <a:spcPts val="1800"/>
              </a:spcBef>
              <a:spcAft>
                <a:spcPts val="0"/>
              </a:spcAft>
              <a:buClr>
                <a:srgbClr val="2B91C5"/>
              </a:buClr>
              <a:buSzPts val="1800"/>
              <a:buFont typeface="Arial"/>
              <a:buNone/>
              <a:defRPr sz="1800" b="0" i="0" u="none" strike="noStrike" cap="none">
                <a:solidFill>
                  <a:schemeClr val="dk1"/>
                </a:solidFill>
                <a:latin typeface="Arial"/>
                <a:ea typeface="Arial"/>
                <a:cs typeface="Arial"/>
                <a:sym typeface="Arial"/>
              </a:defRPr>
            </a:lvl3pPr>
            <a:lvl4pPr marR="0" lvl="3" algn="ctr" rtl="0">
              <a:lnSpc>
                <a:spcPct val="100000"/>
              </a:lnSpc>
              <a:spcBef>
                <a:spcPts val="1800"/>
              </a:spcBef>
              <a:spcAft>
                <a:spcPts val="0"/>
              </a:spcAft>
              <a:buClr>
                <a:srgbClr val="2B91C5"/>
              </a:buClr>
              <a:buSzPts val="1600"/>
              <a:buFont typeface="Arial"/>
              <a:buNone/>
              <a:defRPr sz="1600" b="0" i="0" u="none" strike="noStrike" cap="none">
                <a:solidFill>
                  <a:schemeClr val="dk1"/>
                </a:solidFill>
                <a:latin typeface="Arial"/>
                <a:ea typeface="Arial"/>
                <a:cs typeface="Arial"/>
                <a:sym typeface="Arial"/>
              </a:defRPr>
            </a:lvl4pPr>
            <a:lvl5pPr marR="0" lvl="4" algn="ctr" rtl="0">
              <a:lnSpc>
                <a:spcPct val="100000"/>
              </a:lnSpc>
              <a:spcBef>
                <a:spcPts val="1800"/>
              </a:spcBef>
              <a:spcAft>
                <a:spcPts val="0"/>
              </a:spcAft>
              <a:buClr>
                <a:srgbClr val="2B91C5"/>
              </a:buClr>
              <a:buSzPts val="1600"/>
              <a:buFont typeface="Arial"/>
              <a:buNone/>
              <a:defRPr sz="1600" b="0" i="0" u="none" strike="noStrike" cap="none">
                <a:solidFill>
                  <a:schemeClr val="dk1"/>
                </a:solidFill>
                <a:latin typeface="Arial"/>
                <a:ea typeface="Arial"/>
                <a:cs typeface="Arial"/>
                <a:sym typeface="Arial"/>
              </a:defRPr>
            </a:lvl5pPr>
            <a:lvl6pPr marR="0" lvl="5" algn="ctr" rtl="0">
              <a:lnSpc>
                <a:spcPct val="90000"/>
              </a:lnSpc>
              <a:spcBef>
                <a:spcPts val="18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cxnSp>
        <p:nvCxnSpPr>
          <p:cNvPr id="33" name="Google Shape;33;p11"/>
          <p:cNvCxnSpPr/>
          <p:nvPr/>
        </p:nvCxnSpPr>
        <p:spPr>
          <a:xfrm>
            <a:off x="838200" y="0"/>
            <a:ext cx="0" cy="3478213"/>
          </a:xfrm>
          <a:prstGeom prst="straightConnector1">
            <a:avLst/>
          </a:prstGeom>
          <a:noFill/>
          <a:ln w="28575" cap="flat" cmpd="sng">
            <a:solidFill>
              <a:srgbClr val="FFD129"/>
            </a:solidFill>
            <a:prstDash val="solid"/>
            <a:miter lim="800000"/>
            <a:headEnd type="none" w="sm" len="sm"/>
            <a:tailEnd type="none" w="sm" len="sm"/>
          </a:ln>
        </p:spPr>
      </p:cxnSp>
      <p:pic>
        <p:nvPicPr>
          <p:cNvPr id="34" name="Google Shape;34;p11"/>
          <p:cNvPicPr preferRelativeResize="0"/>
          <p:nvPr/>
        </p:nvPicPr>
        <p:blipFill rotWithShape="1">
          <a:blip r:embed="rId2">
            <a:alphaModFix/>
          </a:blip>
          <a:srcRect/>
          <a:stretch/>
        </p:blipFill>
        <p:spPr>
          <a:xfrm>
            <a:off x="9945929" y="6193922"/>
            <a:ext cx="1718512" cy="451153"/>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41"/>
        <p:cNvGrpSpPr/>
        <p:nvPr/>
      </p:nvGrpSpPr>
      <p:grpSpPr>
        <a:xfrm>
          <a:off x="0" y="0"/>
          <a:ext cx="0" cy="0"/>
          <a:chOff x="0" y="0"/>
          <a:chExt cx="0" cy="0"/>
        </a:xfrm>
      </p:grpSpPr>
      <p:sp>
        <p:nvSpPr>
          <p:cNvPr id="42" name="Google Shape;42;p13"/>
          <p:cNvSpPr txBox="1">
            <a:spLocks noGrp="1"/>
          </p:cNvSpPr>
          <p:nvPr>
            <p:ph type="body" idx="1"/>
          </p:nvPr>
        </p:nvSpPr>
        <p:spPr>
          <a:xfrm>
            <a:off x="967154" y="1825624"/>
            <a:ext cx="10267462" cy="4170363"/>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0"/>
              </a:spcBef>
              <a:spcAft>
                <a:spcPts val="0"/>
              </a:spcAft>
              <a:buClr>
                <a:schemeClr val="accent5"/>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1800"/>
              </a:spcBef>
              <a:spcAft>
                <a:spcPts val="0"/>
              </a:spcAft>
              <a:buClr>
                <a:schemeClr val="accent5"/>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0"/>
              </a:spcBef>
              <a:spcAft>
                <a:spcPts val="0"/>
              </a:spcAft>
              <a:buClr>
                <a:schemeClr val="accent5"/>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800"/>
              </a:spcBef>
              <a:spcAft>
                <a:spcPts val="0"/>
              </a:spcAft>
              <a:buClr>
                <a:schemeClr val="accent5"/>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800"/>
              </a:spcBef>
              <a:spcAft>
                <a:spcPts val="0"/>
              </a:spcAft>
              <a:buClr>
                <a:schemeClr val="accent5"/>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1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cxnSp>
        <p:nvCxnSpPr>
          <p:cNvPr id="43" name="Google Shape;43;p13"/>
          <p:cNvCxnSpPr/>
          <p:nvPr/>
        </p:nvCxnSpPr>
        <p:spPr>
          <a:xfrm flipH="1">
            <a:off x="838201" y="0"/>
            <a:ext cx="1" cy="1365250"/>
          </a:xfrm>
          <a:prstGeom prst="straightConnector1">
            <a:avLst/>
          </a:prstGeom>
          <a:noFill/>
          <a:ln w="28575" cap="flat" cmpd="sng">
            <a:solidFill>
              <a:schemeClr val="accent5"/>
            </a:solidFill>
            <a:prstDash val="solid"/>
            <a:miter lim="800000"/>
            <a:headEnd type="none" w="sm" len="sm"/>
            <a:tailEnd type="none" w="sm" len="sm"/>
          </a:ln>
        </p:spPr>
      </p:cxnSp>
      <p:sp>
        <p:nvSpPr>
          <p:cNvPr id="44" name="Google Shape;44;p13"/>
          <p:cNvSpPr txBox="1">
            <a:spLocks noGrp="1"/>
          </p:cNvSpPr>
          <p:nvPr>
            <p:ph type="title"/>
          </p:nvPr>
        </p:nvSpPr>
        <p:spPr>
          <a:xfrm>
            <a:off x="970722" y="575220"/>
            <a:ext cx="10263893" cy="782357"/>
          </a:xfrm>
          <a:prstGeom prst="rect">
            <a:avLst/>
          </a:prstGeom>
          <a:noFill/>
          <a:ln>
            <a:noFill/>
          </a:ln>
        </p:spPr>
        <p:txBody>
          <a:bodyPr spcFirstLastPara="1" wrap="square" lIns="91425" tIns="45700" rIns="91425" bIns="0" anchor="b" anchorCtr="0">
            <a:noAutofit/>
          </a:bodyPr>
          <a:lstStyle>
            <a:lvl1pPr marR="0" lvl="0" algn="l" rtl="0">
              <a:lnSpc>
                <a:spcPct val="90000"/>
              </a:lnSpc>
              <a:spcBef>
                <a:spcPts val="0"/>
              </a:spcBef>
              <a:spcAft>
                <a:spcPts val="0"/>
              </a:spcAft>
              <a:buClr>
                <a:schemeClr val="dk2"/>
              </a:buClr>
              <a:buSzPts val="3800"/>
              <a:buFont typeface="Arial"/>
              <a:buNone/>
              <a:defRPr sz="3800" b="0"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and Object">
  <p:cSld name="Content and Object">
    <p:spTree>
      <p:nvGrpSpPr>
        <p:cNvPr id="1" name="Shape 49"/>
        <p:cNvGrpSpPr/>
        <p:nvPr/>
      </p:nvGrpSpPr>
      <p:grpSpPr>
        <a:xfrm>
          <a:off x="0" y="0"/>
          <a:ext cx="0" cy="0"/>
          <a:chOff x="0" y="0"/>
          <a:chExt cx="0" cy="0"/>
        </a:xfrm>
      </p:grpSpPr>
      <p:sp>
        <p:nvSpPr>
          <p:cNvPr id="50" name="Google Shape;50;p15"/>
          <p:cNvSpPr txBox="1">
            <a:spLocks noGrp="1"/>
          </p:cNvSpPr>
          <p:nvPr>
            <p:ph type="body" idx="1"/>
          </p:nvPr>
        </p:nvSpPr>
        <p:spPr>
          <a:xfrm>
            <a:off x="6232525" y="1825625"/>
            <a:ext cx="5002090" cy="41703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accent5"/>
              </a:buClr>
              <a:buSzPts val="2400"/>
              <a:buFont typeface="Arial"/>
              <a:buNone/>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1800"/>
              </a:spcBef>
              <a:spcAft>
                <a:spcPts val="0"/>
              </a:spcAft>
              <a:buClr>
                <a:srgbClr val="2B91C5"/>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0"/>
              </a:spcBef>
              <a:spcAft>
                <a:spcPts val="0"/>
              </a:spcAft>
              <a:buClr>
                <a:srgbClr val="2B91C5"/>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800"/>
              </a:spcBef>
              <a:spcAft>
                <a:spcPts val="0"/>
              </a:spcAft>
              <a:buClr>
                <a:srgbClr val="2B91C5"/>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800"/>
              </a:spcBef>
              <a:spcAft>
                <a:spcPts val="0"/>
              </a:spcAft>
              <a:buClr>
                <a:srgbClr val="2B91C5"/>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1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cxnSp>
        <p:nvCxnSpPr>
          <p:cNvPr id="51" name="Google Shape;51;p15"/>
          <p:cNvCxnSpPr/>
          <p:nvPr/>
        </p:nvCxnSpPr>
        <p:spPr>
          <a:xfrm flipH="1">
            <a:off x="838201" y="0"/>
            <a:ext cx="1" cy="1365250"/>
          </a:xfrm>
          <a:prstGeom prst="straightConnector1">
            <a:avLst/>
          </a:prstGeom>
          <a:noFill/>
          <a:ln w="28575" cap="flat" cmpd="sng">
            <a:solidFill>
              <a:schemeClr val="accent5"/>
            </a:solidFill>
            <a:prstDash val="solid"/>
            <a:miter lim="800000"/>
            <a:headEnd type="none" w="sm" len="sm"/>
            <a:tailEnd type="none" w="sm" len="sm"/>
          </a:ln>
        </p:spPr>
      </p:cxnSp>
      <p:sp>
        <p:nvSpPr>
          <p:cNvPr id="52" name="Google Shape;52;p15"/>
          <p:cNvSpPr txBox="1">
            <a:spLocks noGrp="1"/>
          </p:cNvSpPr>
          <p:nvPr>
            <p:ph type="title"/>
          </p:nvPr>
        </p:nvSpPr>
        <p:spPr>
          <a:xfrm>
            <a:off x="970722" y="575220"/>
            <a:ext cx="10263893" cy="782357"/>
          </a:xfrm>
          <a:prstGeom prst="rect">
            <a:avLst/>
          </a:prstGeom>
          <a:noFill/>
          <a:ln>
            <a:noFill/>
          </a:ln>
        </p:spPr>
        <p:txBody>
          <a:bodyPr spcFirstLastPara="1" wrap="square" lIns="91425" tIns="45700" rIns="91425" bIns="0" anchor="b" anchorCtr="0">
            <a:noAutofit/>
          </a:bodyPr>
          <a:lstStyle>
            <a:lvl1pPr marR="0" lvl="0" algn="l" rtl="0">
              <a:lnSpc>
                <a:spcPct val="90000"/>
              </a:lnSpc>
              <a:spcBef>
                <a:spcPts val="0"/>
              </a:spcBef>
              <a:spcAft>
                <a:spcPts val="0"/>
              </a:spcAft>
              <a:buClr>
                <a:schemeClr val="dk2"/>
              </a:buClr>
              <a:buSzPts val="3800"/>
              <a:buFont typeface="Arial"/>
              <a:buNone/>
              <a:defRPr sz="3800" b="0"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3" name="Google Shape;53;p15"/>
          <p:cNvSpPr txBox="1">
            <a:spLocks noGrp="1"/>
          </p:cNvSpPr>
          <p:nvPr>
            <p:ph type="body" idx="2"/>
          </p:nvPr>
        </p:nvSpPr>
        <p:spPr>
          <a:xfrm>
            <a:off x="967154" y="1825624"/>
            <a:ext cx="5004000" cy="4170363"/>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0"/>
              </a:spcBef>
              <a:spcAft>
                <a:spcPts val="0"/>
              </a:spcAft>
              <a:buClr>
                <a:schemeClr val="accent5"/>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1800"/>
              </a:spcBef>
              <a:spcAft>
                <a:spcPts val="0"/>
              </a:spcAft>
              <a:buClr>
                <a:schemeClr val="accent5"/>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0"/>
              </a:spcBef>
              <a:spcAft>
                <a:spcPts val="0"/>
              </a:spcAft>
              <a:buClr>
                <a:schemeClr val="accent5"/>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800"/>
              </a:spcBef>
              <a:spcAft>
                <a:spcPts val="0"/>
              </a:spcAft>
              <a:buClr>
                <a:schemeClr val="accent5"/>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800"/>
              </a:spcBef>
              <a:spcAft>
                <a:spcPts val="0"/>
              </a:spcAft>
              <a:buClr>
                <a:schemeClr val="accent5"/>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1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 2 columns">
  <p:cSld name="Content - 2 columns">
    <p:spTree>
      <p:nvGrpSpPr>
        <p:cNvPr id="1" name="Shape 54"/>
        <p:cNvGrpSpPr/>
        <p:nvPr/>
      </p:nvGrpSpPr>
      <p:grpSpPr>
        <a:xfrm>
          <a:off x="0" y="0"/>
          <a:ext cx="0" cy="0"/>
          <a:chOff x="0" y="0"/>
          <a:chExt cx="0" cy="0"/>
        </a:xfrm>
      </p:grpSpPr>
      <p:sp>
        <p:nvSpPr>
          <p:cNvPr id="55" name="Google Shape;55;p16"/>
          <p:cNvSpPr txBox="1">
            <a:spLocks noGrp="1"/>
          </p:cNvSpPr>
          <p:nvPr>
            <p:ph type="body" idx="1"/>
          </p:nvPr>
        </p:nvSpPr>
        <p:spPr>
          <a:xfrm>
            <a:off x="6232524" y="1825624"/>
            <a:ext cx="5004000" cy="4170363"/>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0"/>
              </a:spcBef>
              <a:spcAft>
                <a:spcPts val="0"/>
              </a:spcAft>
              <a:buClr>
                <a:schemeClr val="accent5"/>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1800"/>
              </a:spcBef>
              <a:spcAft>
                <a:spcPts val="0"/>
              </a:spcAft>
              <a:buClr>
                <a:schemeClr val="accent5"/>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0"/>
              </a:spcBef>
              <a:spcAft>
                <a:spcPts val="0"/>
              </a:spcAft>
              <a:buClr>
                <a:schemeClr val="accent5"/>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800"/>
              </a:spcBef>
              <a:spcAft>
                <a:spcPts val="0"/>
              </a:spcAft>
              <a:buClr>
                <a:schemeClr val="accent5"/>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800"/>
              </a:spcBef>
              <a:spcAft>
                <a:spcPts val="0"/>
              </a:spcAft>
              <a:buClr>
                <a:schemeClr val="accent5"/>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1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cxnSp>
        <p:nvCxnSpPr>
          <p:cNvPr id="56" name="Google Shape;56;p16"/>
          <p:cNvCxnSpPr/>
          <p:nvPr/>
        </p:nvCxnSpPr>
        <p:spPr>
          <a:xfrm flipH="1">
            <a:off x="838201" y="0"/>
            <a:ext cx="1" cy="1365250"/>
          </a:xfrm>
          <a:prstGeom prst="straightConnector1">
            <a:avLst/>
          </a:prstGeom>
          <a:noFill/>
          <a:ln w="28575" cap="flat" cmpd="sng">
            <a:solidFill>
              <a:schemeClr val="accent5"/>
            </a:solidFill>
            <a:prstDash val="solid"/>
            <a:miter lim="800000"/>
            <a:headEnd type="none" w="sm" len="sm"/>
            <a:tailEnd type="none" w="sm" len="sm"/>
          </a:ln>
        </p:spPr>
      </p:cxnSp>
      <p:sp>
        <p:nvSpPr>
          <p:cNvPr id="57" name="Google Shape;57;p16"/>
          <p:cNvSpPr txBox="1">
            <a:spLocks noGrp="1"/>
          </p:cNvSpPr>
          <p:nvPr>
            <p:ph type="title"/>
          </p:nvPr>
        </p:nvSpPr>
        <p:spPr>
          <a:xfrm>
            <a:off x="970722" y="575220"/>
            <a:ext cx="10263893" cy="782357"/>
          </a:xfrm>
          <a:prstGeom prst="rect">
            <a:avLst/>
          </a:prstGeom>
          <a:noFill/>
          <a:ln>
            <a:noFill/>
          </a:ln>
        </p:spPr>
        <p:txBody>
          <a:bodyPr spcFirstLastPara="1" wrap="square" lIns="91425" tIns="45700" rIns="91425" bIns="0" anchor="b" anchorCtr="0">
            <a:noAutofit/>
          </a:bodyPr>
          <a:lstStyle>
            <a:lvl1pPr marR="0" lvl="0" algn="l" rtl="0">
              <a:lnSpc>
                <a:spcPct val="90000"/>
              </a:lnSpc>
              <a:spcBef>
                <a:spcPts val="0"/>
              </a:spcBef>
              <a:spcAft>
                <a:spcPts val="0"/>
              </a:spcAft>
              <a:buClr>
                <a:schemeClr val="dk2"/>
              </a:buClr>
              <a:buSzPts val="3800"/>
              <a:buFont typeface="Arial"/>
              <a:buNone/>
              <a:defRPr sz="3800" b="0"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8" name="Google Shape;58;p16"/>
          <p:cNvSpPr txBox="1">
            <a:spLocks noGrp="1"/>
          </p:cNvSpPr>
          <p:nvPr>
            <p:ph type="body" idx="2"/>
          </p:nvPr>
        </p:nvSpPr>
        <p:spPr>
          <a:xfrm>
            <a:off x="967154" y="1825624"/>
            <a:ext cx="5004000" cy="4170363"/>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0"/>
              </a:spcBef>
              <a:spcAft>
                <a:spcPts val="0"/>
              </a:spcAft>
              <a:buClr>
                <a:schemeClr val="accent5"/>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1800"/>
              </a:spcBef>
              <a:spcAft>
                <a:spcPts val="0"/>
              </a:spcAft>
              <a:buClr>
                <a:schemeClr val="accent5"/>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0"/>
              </a:spcBef>
              <a:spcAft>
                <a:spcPts val="0"/>
              </a:spcAft>
              <a:buClr>
                <a:schemeClr val="accent5"/>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800"/>
              </a:spcBef>
              <a:spcAft>
                <a:spcPts val="0"/>
              </a:spcAft>
              <a:buClr>
                <a:schemeClr val="accent5"/>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800"/>
              </a:spcBef>
              <a:spcAft>
                <a:spcPts val="0"/>
              </a:spcAft>
              <a:buClr>
                <a:schemeClr val="accent5"/>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1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 3 columns">
  <p:cSld name="Content - 3 columns">
    <p:spTree>
      <p:nvGrpSpPr>
        <p:cNvPr id="1" name="Shape 59"/>
        <p:cNvGrpSpPr/>
        <p:nvPr/>
      </p:nvGrpSpPr>
      <p:grpSpPr>
        <a:xfrm>
          <a:off x="0" y="0"/>
          <a:ext cx="0" cy="0"/>
          <a:chOff x="0" y="0"/>
          <a:chExt cx="0" cy="0"/>
        </a:xfrm>
      </p:grpSpPr>
      <p:sp>
        <p:nvSpPr>
          <p:cNvPr id="60" name="Google Shape;60;p17"/>
          <p:cNvSpPr txBox="1">
            <a:spLocks noGrp="1"/>
          </p:cNvSpPr>
          <p:nvPr>
            <p:ph type="body" idx="1"/>
          </p:nvPr>
        </p:nvSpPr>
        <p:spPr>
          <a:xfrm>
            <a:off x="970722" y="1825625"/>
            <a:ext cx="3229533" cy="4170363"/>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0"/>
              </a:spcBef>
              <a:spcAft>
                <a:spcPts val="0"/>
              </a:spcAft>
              <a:buClr>
                <a:schemeClr val="accent5"/>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1800"/>
              </a:spcBef>
              <a:spcAft>
                <a:spcPts val="0"/>
              </a:spcAft>
              <a:buClr>
                <a:schemeClr val="accent5"/>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0"/>
              </a:spcBef>
              <a:spcAft>
                <a:spcPts val="0"/>
              </a:spcAft>
              <a:buClr>
                <a:schemeClr val="accent5"/>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800"/>
              </a:spcBef>
              <a:spcAft>
                <a:spcPts val="0"/>
              </a:spcAft>
              <a:buClr>
                <a:schemeClr val="accent5"/>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800"/>
              </a:spcBef>
              <a:spcAft>
                <a:spcPts val="0"/>
              </a:spcAft>
              <a:buClr>
                <a:schemeClr val="accent5"/>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1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61" name="Google Shape;61;p17"/>
          <p:cNvSpPr txBox="1">
            <a:spLocks noGrp="1"/>
          </p:cNvSpPr>
          <p:nvPr>
            <p:ph type="body" idx="2"/>
          </p:nvPr>
        </p:nvSpPr>
        <p:spPr>
          <a:xfrm>
            <a:off x="4476002" y="1825624"/>
            <a:ext cx="3239996" cy="4170363"/>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0"/>
              </a:spcBef>
              <a:spcAft>
                <a:spcPts val="0"/>
              </a:spcAft>
              <a:buClr>
                <a:schemeClr val="accent5"/>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1800"/>
              </a:spcBef>
              <a:spcAft>
                <a:spcPts val="0"/>
              </a:spcAft>
              <a:buClr>
                <a:schemeClr val="accent5"/>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0"/>
              </a:spcBef>
              <a:spcAft>
                <a:spcPts val="0"/>
              </a:spcAft>
              <a:buClr>
                <a:schemeClr val="accent5"/>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800"/>
              </a:spcBef>
              <a:spcAft>
                <a:spcPts val="0"/>
              </a:spcAft>
              <a:buClr>
                <a:schemeClr val="accent5"/>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800"/>
              </a:spcBef>
              <a:spcAft>
                <a:spcPts val="0"/>
              </a:spcAft>
              <a:buClr>
                <a:schemeClr val="accent5"/>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1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62" name="Google Shape;62;p17"/>
          <p:cNvSpPr txBox="1">
            <a:spLocks noGrp="1"/>
          </p:cNvSpPr>
          <p:nvPr>
            <p:ph type="body" idx="3"/>
          </p:nvPr>
        </p:nvSpPr>
        <p:spPr>
          <a:xfrm>
            <a:off x="7990763" y="1825624"/>
            <a:ext cx="3239998" cy="4170363"/>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0"/>
              </a:spcBef>
              <a:spcAft>
                <a:spcPts val="0"/>
              </a:spcAft>
              <a:buClr>
                <a:schemeClr val="accent5"/>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1800"/>
              </a:spcBef>
              <a:spcAft>
                <a:spcPts val="0"/>
              </a:spcAft>
              <a:buClr>
                <a:schemeClr val="accent5"/>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0"/>
              </a:spcBef>
              <a:spcAft>
                <a:spcPts val="0"/>
              </a:spcAft>
              <a:buClr>
                <a:schemeClr val="accent5"/>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800"/>
              </a:spcBef>
              <a:spcAft>
                <a:spcPts val="0"/>
              </a:spcAft>
              <a:buClr>
                <a:schemeClr val="accent5"/>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800"/>
              </a:spcBef>
              <a:spcAft>
                <a:spcPts val="0"/>
              </a:spcAft>
              <a:buClr>
                <a:schemeClr val="accent5"/>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1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cxnSp>
        <p:nvCxnSpPr>
          <p:cNvPr id="63" name="Google Shape;63;p17"/>
          <p:cNvCxnSpPr/>
          <p:nvPr/>
        </p:nvCxnSpPr>
        <p:spPr>
          <a:xfrm flipH="1">
            <a:off x="838201" y="0"/>
            <a:ext cx="1" cy="1365250"/>
          </a:xfrm>
          <a:prstGeom prst="straightConnector1">
            <a:avLst/>
          </a:prstGeom>
          <a:noFill/>
          <a:ln w="28575" cap="flat" cmpd="sng">
            <a:solidFill>
              <a:schemeClr val="accent5"/>
            </a:solidFill>
            <a:prstDash val="solid"/>
            <a:miter lim="800000"/>
            <a:headEnd type="none" w="sm" len="sm"/>
            <a:tailEnd type="none" w="sm" len="sm"/>
          </a:ln>
        </p:spPr>
      </p:cxnSp>
      <p:sp>
        <p:nvSpPr>
          <p:cNvPr id="64" name="Google Shape;64;p17"/>
          <p:cNvSpPr txBox="1">
            <a:spLocks noGrp="1"/>
          </p:cNvSpPr>
          <p:nvPr>
            <p:ph type="title"/>
          </p:nvPr>
        </p:nvSpPr>
        <p:spPr>
          <a:xfrm>
            <a:off x="970722" y="575220"/>
            <a:ext cx="10263893" cy="782357"/>
          </a:xfrm>
          <a:prstGeom prst="rect">
            <a:avLst/>
          </a:prstGeom>
          <a:noFill/>
          <a:ln>
            <a:noFill/>
          </a:ln>
        </p:spPr>
        <p:txBody>
          <a:bodyPr spcFirstLastPara="1" wrap="square" lIns="91425" tIns="45700" rIns="91425" bIns="0" anchor="b" anchorCtr="0">
            <a:noAutofit/>
          </a:bodyPr>
          <a:lstStyle>
            <a:lvl1pPr marR="0" lvl="0" algn="l" rtl="0">
              <a:lnSpc>
                <a:spcPct val="90000"/>
              </a:lnSpc>
              <a:spcBef>
                <a:spcPts val="0"/>
              </a:spcBef>
              <a:spcAft>
                <a:spcPts val="0"/>
              </a:spcAft>
              <a:buClr>
                <a:schemeClr val="dk2"/>
              </a:buClr>
              <a:buSzPts val="3800"/>
              <a:buFont typeface="Arial"/>
              <a:buNone/>
              <a:defRPr sz="3800" b="0"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5"/>
        <p:cNvGrpSpPr/>
        <p:nvPr/>
      </p:nvGrpSpPr>
      <p:grpSpPr>
        <a:xfrm>
          <a:off x="0" y="0"/>
          <a:ext cx="0" cy="0"/>
          <a:chOff x="0" y="0"/>
          <a:chExt cx="0" cy="0"/>
        </a:xfrm>
      </p:grpSpPr>
      <p:sp>
        <p:nvSpPr>
          <p:cNvPr id="66" name="Google Shape;66;p18"/>
          <p:cNvSpPr txBox="1">
            <a:spLocks noGrp="1"/>
          </p:cNvSpPr>
          <p:nvPr>
            <p:ph type="body" idx="1"/>
          </p:nvPr>
        </p:nvSpPr>
        <p:spPr>
          <a:xfrm>
            <a:off x="970722" y="1681163"/>
            <a:ext cx="5003999"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0"/>
              </a:spcBef>
              <a:spcAft>
                <a:spcPts val="0"/>
              </a:spcAft>
              <a:buClr>
                <a:srgbClr val="2B91C5"/>
              </a:buClr>
              <a:buSzPts val="2800"/>
              <a:buFont typeface="Arial"/>
              <a:buNone/>
              <a:defRPr sz="2800" b="1" i="0" u="none" strike="noStrike" cap="none">
                <a:solidFill>
                  <a:schemeClr val="accent2"/>
                </a:solidFill>
                <a:latin typeface="Arial"/>
                <a:ea typeface="Arial"/>
                <a:cs typeface="Arial"/>
                <a:sym typeface="Arial"/>
              </a:defRPr>
            </a:lvl1pPr>
            <a:lvl2pPr marL="914400" marR="0" lvl="1" indent="-228600" algn="l" rtl="0">
              <a:lnSpc>
                <a:spcPct val="100000"/>
              </a:lnSpc>
              <a:spcBef>
                <a:spcPts val="1800"/>
              </a:spcBef>
              <a:spcAft>
                <a:spcPts val="0"/>
              </a:spcAft>
              <a:buClr>
                <a:srgbClr val="2B91C5"/>
              </a:buClr>
              <a:buSzPts val="2000"/>
              <a:buFont typeface="Arial"/>
              <a:buNone/>
              <a:defRPr sz="2000" b="1" i="0" u="none" strike="noStrike" cap="none">
                <a:solidFill>
                  <a:schemeClr val="dk1"/>
                </a:solidFill>
                <a:latin typeface="Arial"/>
                <a:ea typeface="Arial"/>
                <a:cs typeface="Arial"/>
                <a:sym typeface="Arial"/>
              </a:defRPr>
            </a:lvl2pPr>
            <a:lvl3pPr marL="1371600" marR="0" lvl="2" indent="-228600" algn="l" rtl="0">
              <a:lnSpc>
                <a:spcPct val="100000"/>
              </a:lnSpc>
              <a:spcBef>
                <a:spcPts val="1800"/>
              </a:spcBef>
              <a:spcAft>
                <a:spcPts val="0"/>
              </a:spcAft>
              <a:buClr>
                <a:srgbClr val="2B91C5"/>
              </a:buClr>
              <a:buSzPts val="1800"/>
              <a:buFont typeface="Arial"/>
              <a:buNone/>
              <a:defRPr sz="1800" b="1" i="0" u="none" strike="noStrike" cap="none">
                <a:solidFill>
                  <a:schemeClr val="dk1"/>
                </a:solidFill>
                <a:latin typeface="Arial"/>
                <a:ea typeface="Arial"/>
                <a:cs typeface="Arial"/>
                <a:sym typeface="Arial"/>
              </a:defRPr>
            </a:lvl3pPr>
            <a:lvl4pPr marL="1828800" marR="0" lvl="3" indent="-228600" algn="l" rtl="0">
              <a:lnSpc>
                <a:spcPct val="100000"/>
              </a:lnSpc>
              <a:spcBef>
                <a:spcPts val="1800"/>
              </a:spcBef>
              <a:spcAft>
                <a:spcPts val="0"/>
              </a:spcAft>
              <a:buClr>
                <a:srgbClr val="2B91C5"/>
              </a:buClr>
              <a:buSzPts val="1600"/>
              <a:buFont typeface="Arial"/>
              <a:buNone/>
              <a:defRPr sz="1600" b="1" i="0" u="none" strike="noStrike" cap="none">
                <a:solidFill>
                  <a:schemeClr val="dk1"/>
                </a:solidFill>
                <a:latin typeface="Arial"/>
                <a:ea typeface="Arial"/>
                <a:cs typeface="Arial"/>
                <a:sym typeface="Arial"/>
              </a:defRPr>
            </a:lvl4pPr>
            <a:lvl5pPr marL="2286000" marR="0" lvl="4" indent="-228600" algn="l" rtl="0">
              <a:lnSpc>
                <a:spcPct val="100000"/>
              </a:lnSpc>
              <a:spcBef>
                <a:spcPts val="1800"/>
              </a:spcBef>
              <a:spcAft>
                <a:spcPts val="0"/>
              </a:spcAft>
              <a:buClr>
                <a:srgbClr val="2B91C5"/>
              </a:buClr>
              <a:buSzPts val="1600"/>
              <a:buFont typeface="Arial"/>
              <a:buNone/>
              <a:defRPr sz="1600" b="1" i="0" u="none" strike="noStrike" cap="none">
                <a:solidFill>
                  <a:schemeClr val="dk1"/>
                </a:solidFill>
                <a:latin typeface="Arial"/>
                <a:ea typeface="Arial"/>
                <a:cs typeface="Arial"/>
                <a:sym typeface="Arial"/>
              </a:defRPr>
            </a:lvl5pPr>
            <a:lvl6pPr marL="2743200" marR="0" lvl="5" indent="-228600" algn="l" rtl="0">
              <a:lnSpc>
                <a:spcPct val="90000"/>
              </a:lnSpc>
              <a:spcBef>
                <a:spcPts val="18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9pPr>
          </a:lstStyle>
          <a:p>
            <a:endParaRPr/>
          </a:p>
        </p:txBody>
      </p:sp>
      <p:sp>
        <p:nvSpPr>
          <p:cNvPr id="67" name="Google Shape;67;p18"/>
          <p:cNvSpPr txBox="1">
            <a:spLocks noGrp="1"/>
          </p:cNvSpPr>
          <p:nvPr>
            <p:ph type="body" idx="2"/>
          </p:nvPr>
        </p:nvSpPr>
        <p:spPr>
          <a:xfrm>
            <a:off x="970722" y="2597727"/>
            <a:ext cx="5003999" cy="3398261"/>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0"/>
              </a:spcBef>
              <a:spcAft>
                <a:spcPts val="0"/>
              </a:spcAft>
              <a:buClr>
                <a:schemeClr val="accent5"/>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1800"/>
              </a:spcBef>
              <a:spcAft>
                <a:spcPts val="0"/>
              </a:spcAft>
              <a:buClr>
                <a:schemeClr val="accent5"/>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0"/>
              </a:spcBef>
              <a:spcAft>
                <a:spcPts val="0"/>
              </a:spcAft>
              <a:buClr>
                <a:schemeClr val="accent5"/>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800"/>
              </a:spcBef>
              <a:spcAft>
                <a:spcPts val="0"/>
              </a:spcAft>
              <a:buClr>
                <a:schemeClr val="accent5"/>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800"/>
              </a:spcBef>
              <a:spcAft>
                <a:spcPts val="0"/>
              </a:spcAft>
              <a:buClr>
                <a:schemeClr val="accent5"/>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1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68" name="Google Shape;68;p18"/>
          <p:cNvSpPr txBox="1">
            <a:spLocks noGrp="1"/>
          </p:cNvSpPr>
          <p:nvPr>
            <p:ph type="body" idx="3"/>
          </p:nvPr>
        </p:nvSpPr>
        <p:spPr>
          <a:xfrm>
            <a:off x="6232768" y="1681163"/>
            <a:ext cx="5003999"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0"/>
              </a:spcBef>
              <a:spcAft>
                <a:spcPts val="0"/>
              </a:spcAft>
              <a:buClr>
                <a:srgbClr val="2B91C5"/>
              </a:buClr>
              <a:buSzPts val="2800"/>
              <a:buFont typeface="Arial"/>
              <a:buNone/>
              <a:defRPr sz="2800" b="1" i="0" u="none" strike="noStrike" cap="none">
                <a:solidFill>
                  <a:schemeClr val="accent2"/>
                </a:solidFill>
                <a:latin typeface="Arial"/>
                <a:ea typeface="Arial"/>
                <a:cs typeface="Arial"/>
                <a:sym typeface="Arial"/>
              </a:defRPr>
            </a:lvl1pPr>
            <a:lvl2pPr marL="914400" marR="0" lvl="1" indent="-228600" algn="l" rtl="0">
              <a:lnSpc>
                <a:spcPct val="100000"/>
              </a:lnSpc>
              <a:spcBef>
                <a:spcPts val="1800"/>
              </a:spcBef>
              <a:spcAft>
                <a:spcPts val="0"/>
              </a:spcAft>
              <a:buClr>
                <a:srgbClr val="2B91C5"/>
              </a:buClr>
              <a:buSzPts val="2000"/>
              <a:buFont typeface="Arial"/>
              <a:buNone/>
              <a:defRPr sz="2000" b="1" i="0" u="none" strike="noStrike" cap="none">
                <a:solidFill>
                  <a:schemeClr val="dk1"/>
                </a:solidFill>
                <a:latin typeface="Arial"/>
                <a:ea typeface="Arial"/>
                <a:cs typeface="Arial"/>
                <a:sym typeface="Arial"/>
              </a:defRPr>
            </a:lvl2pPr>
            <a:lvl3pPr marL="1371600" marR="0" lvl="2" indent="-228600" algn="l" rtl="0">
              <a:lnSpc>
                <a:spcPct val="100000"/>
              </a:lnSpc>
              <a:spcBef>
                <a:spcPts val="1800"/>
              </a:spcBef>
              <a:spcAft>
                <a:spcPts val="0"/>
              </a:spcAft>
              <a:buClr>
                <a:srgbClr val="2B91C5"/>
              </a:buClr>
              <a:buSzPts val="1800"/>
              <a:buFont typeface="Arial"/>
              <a:buNone/>
              <a:defRPr sz="1800" b="1" i="0" u="none" strike="noStrike" cap="none">
                <a:solidFill>
                  <a:schemeClr val="dk1"/>
                </a:solidFill>
                <a:latin typeface="Arial"/>
                <a:ea typeface="Arial"/>
                <a:cs typeface="Arial"/>
                <a:sym typeface="Arial"/>
              </a:defRPr>
            </a:lvl3pPr>
            <a:lvl4pPr marL="1828800" marR="0" lvl="3" indent="-228600" algn="l" rtl="0">
              <a:lnSpc>
                <a:spcPct val="100000"/>
              </a:lnSpc>
              <a:spcBef>
                <a:spcPts val="1800"/>
              </a:spcBef>
              <a:spcAft>
                <a:spcPts val="0"/>
              </a:spcAft>
              <a:buClr>
                <a:srgbClr val="2B91C5"/>
              </a:buClr>
              <a:buSzPts val="1600"/>
              <a:buFont typeface="Arial"/>
              <a:buNone/>
              <a:defRPr sz="1600" b="1" i="0" u="none" strike="noStrike" cap="none">
                <a:solidFill>
                  <a:schemeClr val="dk1"/>
                </a:solidFill>
                <a:latin typeface="Arial"/>
                <a:ea typeface="Arial"/>
                <a:cs typeface="Arial"/>
                <a:sym typeface="Arial"/>
              </a:defRPr>
            </a:lvl4pPr>
            <a:lvl5pPr marL="2286000" marR="0" lvl="4" indent="-228600" algn="l" rtl="0">
              <a:lnSpc>
                <a:spcPct val="100000"/>
              </a:lnSpc>
              <a:spcBef>
                <a:spcPts val="1800"/>
              </a:spcBef>
              <a:spcAft>
                <a:spcPts val="0"/>
              </a:spcAft>
              <a:buClr>
                <a:srgbClr val="2B91C5"/>
              </a:buClr>
              <a:buSzPts val="1600"/>
              <a:buFont typeface="Arial"/>
              <a:buNone/>
              <a:defRPr sz="1600" b="1" i="0" u="none" strike="noStrike" cap="none">
                <a:solidFill>
                  <a:schemeClr val="dk1"/>
                </a:solidFill>
                <a:latin typeface="Arial"/>
                <a:ea typeface="Arial"/>
                <a:cs typeface="Arial"/>
                <a:sym typeface="Arial"/>
              </a:defRPr>
            </a:lvl5pPr>
            <a:lvl6pPr marL="2743200" marR="0" lvl="5" indent="-228600" algn="l" rtl="0">
              <a:lnSpc>
                <a:spcPct val="90000"/>
              </a:lnSpc>
              <a:spcBef>
                <a:spcPts val="18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9pPr>
          </a:lstStyle>
          <a:p>
            <a:endParaRPr/>
          </a:p>
        </p:txBody>
      </p:sp>
      <p:sp>
        <p:nvSpPr>
          <p:cNvPr id="69" name="Google Shape;69;p18"/>
          <p:cNvSpPr txBox="1">
            <a:spLocks noGrp="1"/>
          </p:cNvSpPr>
          <p:nvPr>
            <p:ph type="body" idx="4"/>
          </p:nvPr>
        </p:nvSpPr>
        <p:spPr>
          <a:xfrm>
            <a:off x="6232768" y="2597727"/>
            <a:ext cx="5003999" cy="3398261"/>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0"/>
              </a:spcBef>
              <a:spcAft>
                <a:spcPts val="0"/>
              </a:spcAft>
              <a:buClr>
                <a:schemeClr val="accent5"/>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1800"/>
              </a:spcBef>
              <a:spcAft>
                <a:spcPts val="0"/>
              </a:spcAft>
              <a:buClr>
                <a:schemeClr val="accent5"/>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0"/>
              </a:spcBef>
              <a:spcAft>
                <a:spcPts val="0"/>
              </a:spcAft>
              <a:buClr>
                <a:schemeClr val="accent5"/>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800"/>
              </a:spcBef>
              <a:spcAft>
                <a:spcPts val="0"/>
              </a:spcAft>
              <a:buClr>
                <a:schemeClr val="accent5"/>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800"/>
              </a:spcBef>
              <a:spcAft>
                <a:spcPts val="0"/>
              </a:spcAft>
              <a:buClr>
                <a:schemeClr val="accent5"/>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1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cxnSp>
        <p:nvCxnSpPr>
          <p:cNvPr id="70" name="Google Shape;70;p18"/>
          <p:cNvCxnSpPr/>
          <p:nvPr/>
        </p:nvCxnSpPr>
        <p:spPr>
          <a:xfrm flipH="1">
            <a:off x="838201" y="0"/>
            <a:ext cx="1" cy="1365250"/>
          </a:xfrm>
          <a:prstGeom prst="straightConnector1">
            <a:avLst/>
          </a:prstGeom>
          <a:noFill/>
          <a:ln w="28575" cap="flat" cmpd="sng">
            <a:solidFill>
              <a:schemeClr val="accent5"/>
            </a:solidFill>
            <a:prstDash val="solid"/>
            <a:miter lim="800000"/>
            <a:headEnd type="none" w="sm" len="sm"/>
            <a:tailEnd type="none" w="sm" len="sm"/>
          </a:ln>
        </p:spPr>
      </p:cxnSp>
      <p:sp>
        <p:nvSpPr>
          <p:cNvPr id="71" name="Google Shape;71;p18"/>
          <p:cNvSpPr txBox="1">
            <a:spLocks noGrp="1"/>
          </p:cNvSpPr>
          <p:nvPr>
            <p:ph type="title"/>
          </p:nvPr>
        </p:nvSpPr>
        <p:spPr>
          <a:xfrm>
            <a:off x="970722" y="575220"/>
            <a:ext cx="10263893" cy="782357"/>
          </a:xfrm>
          <a:prstGeom prst="rect">
            <a:avLst/>
          </a:prstGeom>
          <a:noFill/>
          <a:ln>
            <a:noFill/>
          </a:ln>
        </p:spPr>
        <p:txBody>
          <a:bodyPr spcFirstLastPara="1" wrap="square" lIns="91425" tIns="45700" rIns="91425" bIns="0" anchor="b" anchorCtr="0">
            <a:noAutofit/>
          </a:bodyPr>
          <a:lstStyle>
            <a:lvl1pPr marR="0" lvl="0" algn="l" rtl="0">
              <a:lnSpc>
                <a:spcPct val="90000"/>
              </a:lnSpc>
              <a:spcBef>
                <a:spcPts val="0"/>
              </a:spcBef>
              <a:spcAft>
                <a:spcPts val="0"/>
              </a:spcAft>
              <a:buClr>
                <a:schemeClr val="dk2"/>
              </a:buClr>
              <a:buSzPts val="3800"/>
              <a:buFont typeface="Arial"/>
              <a:buNone/>
              <a:defRPr sz="3800" b="0"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_photo">
  <p:cSld name="Title_photo">
    <p:spTree>
      <p:nvGrpSpPr>
        <p:cNvPr id="1" name="Shape 72"/>
        <p:cNvGrpSpPr/>
        <p:nvPr/>
      </p:nvGrpSpPr>
      <p:grpSpPr>
        <a:xfrm>
          <a:off x="0" y="0"/>
          <a:ext cx="0" cy="0"/>
          <a:chOff x="0" y="0"/>
          <a:chExt cx="0" cy="0"/>
        </a:xfrm>
      </p:grpSpPr>
      <p:sp>
        <p:nvSpPr>
          <p:cNvPr id="73" name="Google Shape;73;p19"/>
          <p:cNvSpPr>
            <a:spLocks noGrp="1"/>
          </p:cNvSpPr>
          <p:nvPr>
            <p:ph type="pic" idx="2"/>
          </p:nvPr>
        </p:nvSpPr>
        <p:spPr>
          <a:xfrm>
            <a:off x="0" y="1750540"/>
            <a:ext cx="12192000" cy="4245448"/>
          </a:xfrm>
          <a:prstGeom prst="rect">
            <a:avLst/>
          </a:prstGeom>
          <a:solidFill>
            <a:schemeClr val="lt2"/>
          </a:solidFill>
          <a:ln>
            <a:noFill/>
          </a:ln>
        </p:spPr>
        <p:txBody>
          <a:bodyPr/>
          <a:lstStyle/>
          <a:p>
            <a:endParaRPr lang="en-GB"/>
          </a:p>
        </p:txBody>
      </p:sp>
      <p:sp>
        <p:nvSpPr>
          <p:cNvPr id="74" name="Google Shape;74;p19"/>
          <p:cNvSpPr txBox="1">
            <a:spLocks noGrp="1"/>
          </p:cNvSpPr>
          <p:nvPr>
            <p:ph type="title"/>
          </p:nvPr>
        </p:nvSpPr>
        <p:spPr>
          <a:xfrm>
            <a:off x="970722" y="575220"/>
            <a:ext cx="10263893" cy="782357"/>
          </a:xfrm>
          <a:prstGeom prst="rect">
            <a:avLst/>
          </a:prstGeom>
          <a:noFill/>
          <a:ln>
            <a:noFill/>
          </a:ln>
        </p:spPr>
        <p:txBody>
          <a:bodyPr spcFirstLastPara="1" wrap="square" lIns="91425" tIns="45700" rIns="91425" bIns="0" anchor="b" anchorCtr="0">
            <a:noAutofit/>
          </a:bodyPr>
          <a:lstStyle>
            <a:lvl1pPr marR="0" lvl="0" algn="l" rtl="0">
              <a:lnSpc>
                <a:spcPct val="90000"/>
              </a:lnSpc>
              <a:spcBef>
                <a:spcPts val="0"/>
              </a:spcBef>
              <a:spcAft>
                <a:spcPts val="0"/>
              </a:spcAft>
              <a:buClr>
                <a:schemeClr val="dk2"/>
              </a:buClr>
              <a:buSzPts val="3800"/>
              <a:buFont typeface="Arial"/>
              <a:buNone/>
              <a:defRPr sz="3800" b="0"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cxnSp>
        <p:nvCxnSpPr>
          <p:cNvPr id="75" name="Google Shape;75;p19"/>
          <p:cNvCxnSpPr/>
          <p:nvPr/>
        </p:nvCxnSpPr>
        <p:spPr>
          <a:xfrm flipH="1">
            <a:off x="838201" y="0"/>
            <a:ext cx="1" cy="1365250"/>
          </a:xfrm>
          <a:prstGeom prst="straightConnector1">
            <a:avLst/>
          </a:prstGeom>
          <a:noFill/>
          <a:ln w="28575" cap="flat" cmpd="sng">
            <a:solidFill>
              <a:schemeClr val="accent5"/>
            </a:solidFill>
            <a:prstDash val="solid"/>
            <a:miter lim="800000"/>
            <a:headEnd type="none" w="sm" len="sm"/>
            <a:tailEnd type="none" w="sm" len="sm"/>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Slide">
  <p:cSld name="Quote Slide">
    <p:spTree>
      <p:nvGrpSpPr>
        <p:cNvPr id="1" name="Shape 76"/>
        <p:cNvGrpSpPr/>
        <p:nvPr/>
      </p:nvGrpSpPr>
      <p:grpSpPr>
        <a:xfrm>
          <a:off x="0" y="0"/>
          <a:ext cx="0" cy="0"/>
          <a:chOff x="0" y="0"/>
          <a:chExt cx="0" cy="0"/>
        </a:xfrm>
      </p:grpSpPr>
      <p:sp>
        <p:nvSpPr>
          <p:cNvPr id="77" name="Google Shape;77;p20"/>
          <p:cNvSpPr>
            <a:spLocks noGrp="1"/>
          </p:cNvSpPr>
          <p:nvPr>
            <p:ph type="pic" idx="2"/>
          </p:nvPr>
        </p:nvSpPr>
        <p:spPr>
          <a:xfrm>
            <a:off x="-59635" y="-59635"/>
            <a:ext cx="6155635" cy="6983896"/>
          </a:xfrm>
          <a:prstGeom prst="rect">
            <a:avLst/>
          </a:prstGeom>
          <a:solidFill>
            <a:schemeClr val="lt2"/>
          </a:solidFill>
          <a:ln w="28575" cap="flat" cmpd="sng">
            <a:solidFill>
              <a:schemeClr val="accent5"/>
            </a:solidFill>
            <a:prstDash val="solid"/>
            <a:round/>
            <a:headEnd type="none" w="sm" len="sm"/>
            <a:tailEnd type="none" w="sm" len="sm"/>
          </a:ln>
        </p:spPr>
        <p:txBody>
          <a:bodyPr/>
          <a:lstStyle/>
          <a:p>
            <a:endParaRPr lang="en-GB"/>
          </a:p>
        </p:txBody>
      </p:sp>
      <p:sp>
        <p:nvSpPr>
          <p:cNvPr id="78" name="Google Shape;78;p20"/>
          <p:cNvSpPr/>
          <p:nvPr/>
        </p:nvSpPr>
        <p:spPr>
          <a:xfrm>
            <a:off x="3214048" y="1992573"/>
            <a:ext cx="8550322" cy="361665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79" name="Google Shape;79;p20"/>
          <p:cNvPicPr preferRelativeResize="0"/>
          <p:nvPr/>
        </p:nvPicPr>
        <p:blipFill rotWithShape="1">
          <a:blip r:embed="rId2">
            <a:alphaModFix/>
          </a:blip>
          <a:srcRect/>
          <a:stretch/>
        </p:blipFill>
        <p:spPr>
          <a:xfrm>
            <a:off x="11127615" y="743802"/>
            <a:ext cx="544923" cy="544923"/>
          </a:xfrm>
          <a:prstGeom prst="rect">
            <a:avLst/>
          </a:prstGeom>
          <a:noFill/>
          <a:ln>
            <a:noFill/>
          </a:ln>
        </p:spPr>
      </p:pic>
      <p:sp>
        <p:nvSpPr>
          <p:cNvPr id="80" name="Google Shape;80;p20"/>
          <p:cNvSpPr txBox="1">
            <a:spLocks noGrp="1"/>
          </p:cNvSpPr>
          <p:nvPr>
            <p:ph type="body" idx="1"/>
          </p:nvPr>
        </p:nvSpPr>
        <p:spPr>
          <a:xfrm>
            <a:off x="3214048" y="1992572"/>
            <a:ext cx="8010798" cy="3616657"/>
          </a:xfrm>
          <a:prstGeom prst="rect">
            <a:avLst/>
          </a:prstGeom>
          <a:solidFill>
            <a:schemeClr val="lt1"/>
          </a:solidFill>
          <a:ln>
            <a:noFill/>
          </a:ln>
        </p:spPr>
        <p:txBody>
          <a:bodyPr spcFirstLastPara="1" wrap="square" lIns="360000" tIns="360000" rIns="360000" bIns="360000" anchor="ctr" anchorCtr="0">
            <a:noAutofit/>
          </a:bodyPr>
          <a:lstStyle>
            <a:lvl1pPr marL="457200" marR="0" lvl="0" indent="-228600" algn="l" rtl="0">
              <a:lnSpc>
                <a:spcPct val="100000"/>
              </a:lnSpc>
              <a:spcBef>
                <a:spcPts val="0"/>
              </a:spcBef>
              <a:spcAft>
                <a:spcPts val="0"/>
              </a:spcAft>
              <a:buClr>
                <a:srgbClr val="2B91C5"/>
              </a:buClr>
              <a:buSzPts val="2400"/>
              <a:buFont typeface="Arial"/>
              <a:buNone/>
              <a:defRPr sz="2400" b="0" i="1" u="none" strike="noStrike" cap="none">
                <a:solidFill>
                  <a:schemeClr val="dk2"/>
                </a:solidFill>
                <a:latin typeface="Arial"/>
                <a:ea typeface="Arial"/>
                <a:cs typeface="Arial"/>
                <a:sym typeface="Arial"/>
              </a:defRPr>
            </a:lvl1pPr>
            <a:lvl2pPr marL="914400" marR="0" lvl="1" indent="-355600" algn="l" rtl="0">
              <a:lnSpc>
                <a:spcPct val="100000"/>
              </a:lnSpc>
              <a:spcBef>
                <a:spcPts val="1800"/>
              </a:spcBef>
              <a:spcAft>
                <a:spcPts val="0"/>
              </a:spcAft>
              <a:buClr>
                <a:srgbClr val="2B91C5"/>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0"/>
              </a:spcBef>
              <a:spcAft>
                <a:spcPts val="0"/>
              </a:spcAft>
              <a:buClr>
                <a:srgbClr val="2B91C5"/>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800"/>
              </a:spcBef>
              <a:spcAft>
                <a:spcPts val="0"/>
              </a:spcAft>
              <a:buClr>
                <a:srgbClr val="2B91C5"/>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800"/>
              </a:spcBef>
              <a:spcAft>
                <a:spcPts val="0"/>
              </a:spcAft>
              <a:buClr>
                <a:srgbClr val="2B91C5"/>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1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and Content (half page)">
  <p:cSld name="Picture and Content (half page)">
    <p:spTree>
      <p:nvGrpSpPr>
        <p:cNvPr id="1" name="Shape 81"/>
        <p:cNvGrpSpPr/>
        <p:nvPr/>
      </p:nvGrpSpPr>
      <p:grpSpPr>
        <a:xfrm>
          <a:off x="0" y="0"/>
          <a:ext cx="0" cy="0"/>
          <a:chOff x="0" y="0"/>
          <a:chExt cx="0" cy="0"/>
        </a:xfrm>
      </p:grpSpPr>
      <p:sp>
        <p:nvSpPr>
          <p:cNvPr id="82" name="Google Shape;82;p21"/>
          <p:cNvSpPr txBox="1">
            <a:spLocks noGrp="1"/>
          </p:cNvSpPr>
          <p:nvPr>
            <p:ph type="body" idx="1"/>
          </p:nvPr>
        </p:nvSpPr>
        <p:spPr>
          <a:xfrm>
            <a:off x="6662614" y="1825625"/>
            <a:ext cx="4583519" cy="4170363"/>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0"/>
              </a:spcBef>
              <a:spcAft>
                <a:spcPts val="0"/>
              </a:spcAft>
              <a:buClr>
                <a:schemeClr val="accent5"/>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1800"/>
              </a:spcBef>
              <a:spcAft>
                <a:spcPts val="0"/>
              </a:spcAft>
              <a:buClr>
                <a:schemeClr val="accent5"/>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0"/>
              </a:spcBef>
              <a:spcAft>
                <a:spcPts val="0"/>
              </a:spcAft>
              <a:buClr>
                <a:schemeClr val="accent5"/>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800"/>
              </a:spcBef>
              <a:spcAft>
                <a:spcPts val="0"/>
              </a:spcAft>
              <a:buClr>
                <a:schemeClr val="accent5"/>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800"/>
              </a:spcBef>
              <a:spcAft>
                <a:spcPts val="0"/>
              </a:spcAft>
              <a:buClr>
                <a:schemeClr val="accent5"/>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1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3" name="Google Shape;83;p21"/>
          <p:cNvSpPr txBox="1">
            <a:spLocks noGrp="1"/>
          </p:cNvSpPr>
          <p:nvPr>
            <p:ph type="sldNum" idx="12"/>
          </p:nvPr>
        </p:nvSpPr>
        <p:spPr>
          <a:xfrm>
            <a:off x="838200" y="6131286"/>
            <a:ext cx="274320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s-ES"/>
              <a:t>‹#›</a:t>
            </a:fld>
            <a:endParaRPr/>
          </a:p>
        </p:txBody>
      </p:sp>
      <p:sp>
        <p:nvSpPr>
          <p:cNvPr id="84" name="Google Shape;84;p21"/>
          <p:cNvSpPr txBox="1">
            <a:spLocks noGrp="1"/>
          </p:cNvSpPr>
          <p:nvPr>
            <p:ph type="title"/>
          </p:nvPr>
        </p:nvSpPr>
        <p:spPr>
          <a:xfrm>
            <a:off x="6662614" y="586765"/>
            <a:ext cx="4581771" cy="782357"/>
          </a:xfrm>
          <a:prstGeom prst="rect">
            <a:avLst/>
          </a:prstGeom>
          <a:noFill/>
          <a:ln>
            <a:noFill/>
          </a:ln>
        </p:spPr>
        <p:txBody>
          <a:bodyPr spcFirstLastPara="1" wrap="square" lIns="91425" tIns="45700" rIns="91425" bIns="0" anchor="b" anchorCtr="0">
            <a:noAutofit/>
          </a:bodyPr>
          <a:lstStyle>
            <a:lvl1pPr marR="0" lvl="0" algn="l" rtl="0">
              <a:lnSpc>
                <a:spcPct val="90000"/>
              </a:lnSpc>
              <a:spcBef>
                <a:spcPts val="0"/>
              </a:spcBef>
              <a:spcAft>
                <a:spcPts val="0"/>
              </a:spcAft>
              <a:buClr>
                <a:schemeClr val="dk2"/>
              </a:buClr>
              <a:buSzPts val="3800"/>
              <a:buFont typeface="Arial"/>
              <a:buNone/>
              <a:defRPr sz="3800" b="0"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5" name="Google Shape;85;p21"/>
          <p:cNvSpPr>
            <a:spLocks noGrp="1"/>
          </p:cNvSpPr>
          <p:nvPr>
            <p:ph type="pic" idx="2"/>
          </p:nvPr>
        </p:nvSpPr>
        <p:spPr>
          <a:xfrm>
            <a:off x="-46383" y="-46383"/>
            <a:ext cx="6142383" cy="6964017"/>
          </a:xfrm>
          <a:prstGeom prst="rect">
            <a:avLst/>
          </a:prstGeom>
          <a:solidFill>
            <a:schemeClr val="lt2"/>
          </a:solidFill>
          <a:ln w="28575" cap="flat" cmpd="sng">
            <a:solidFill>
              <a:schemeClr val="accent5"/>
            </a:solidFill>
            <a:prstDash val="solid"/>
            <a:round/>
            <a:headEnd type="none" w="sm" len="sm"/>
            <a:tailEnd type="none" w="sm" len="sm"/>
          </a:ln>
        </p:spPr>
        <p:txBody>
          <a:bodyPr/>
          <a:lstStyle/>
          <a:p>
            <a:endParaRPr lang="en-GB"/>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Horizontal Picture and Content">
  <p:cSld name="Horizontal Picture and Content">
    <p:spTree>
      <p:nvGrpSpPr>
        <p:cNvPr id="1" name="Shape 86"/>
        <p:cNvGrpSpPr/>
        <p:nvPr/>
      </p:nvGrpSpPr>
      <p:grpSpPr>
        <a:xfrm>
          <a:off x="0" y="0"/>
          <a:ext cx="0" cy="0"/>
          <a:chOff x="0" y="0"/>
          <a:chExt cx="0" cy="0"/>
        </a:xfrm>
      </p:grpSpPr>
      <p:sp>
        <p:nvSpPr>
          <p:cNvPr id="87" name="Google Shape;87;p22"/>
          <p:cNvSpPr>
            <a:spLocks noGrp="1"/>
          </p:cNvSpPr>
          <p:nvPr>
            <p:ph type="pic" idx="2"/>
          </p:nvPr>
        </p:nvSpPr>
        <p:spPr>
          <a:xfrm>
            <a:off x="-63280" y="-62165"/>
            <a:ext cx="12318560" cy="3468939"/>
          </a:xfrm>
          <a:prstGeom prst="rect">
            <a:avLst/>
          </a:prstGeom>
          <a:solidFill>
            <a:schemeClr val="lt2"/>
          </a:solidFill>
          <a:ln w="28575" cap="flat" cmpd="sng">
            <a:solidFill>
              <a:schemeClr val="accent5"/>
            </a:solidFill>
            <a:prstDash val="solid"/>
            <a:round/>
            <a:headEnd type="none" w="sm" len="sm"/>
            <a:tailEnd type="none" w="sm" len="sm"/>
          </a:ln>
        </p:spPr>
        <p:txBody>
          <a:bodyPr/>
          <a:lstStyle/>
          <a:p>
            <a:endParaRPr lang="en-GB"/>
          </a:p>
        </p:txBody>
      </p:sp>
      <p:sp>
        <p:nvSpPr>
          <p:cNvPr id="88" name="Google Shape;88;p22"/>
          <p:cNvSpPr txBox="1">
            <a:spLocks noGrp="1"/>
          </p:cNvSpPr>
          <p:nvPr>
            <p:ph type="title"/>
          </p:nvPr>
        </p:nvSpPr>
        <p:spPr>
          <a:xfrm>
            <a:off x="957385" y="2818576"/>
            <a:ext cx="10287000" cy="628377"/>
          </a:xfrm>
          <a:prstGeom prst="rect">
            <a:avLst/>
          </a:prstGeom>
          <a:solidFill>
            <a:schemeClr val="lt1"/>
          </a:solid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dk2"/>
              </a:buClr>
              <a:buSzPts val="3800"/>
              <a:buFont typeface="Arial"/>
              <a:buNone/>
              <a:defRPr sz="3800" b="0"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9" name="Google Shape;89;p22"/>
          <p:cNvSpPr txBox="1">
            <a:spLocks noGrp="1"/>
          </p:cNvSpPr>
          <p:nvPr>
            <p:ph type="body" idx="1"/>
          </p:nvPr>
        </p:nvSpPr>
        <p:spPr>
          <a:xfrm>
            <a:off x="957385" y="3630613"/>
            <a:ext cx="10287000" cy="2365375"/>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0"/>
              </a:spcBef>
              <a:spcAft>
                <a:spcPts val="0"/>
              </a:spcAft>
              <a:buClr>
                <a:schemeClr val="accent5"/>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1800"/>
              </a:spcBef>
              <a:spcAft>
                <a:spcPts val="0"/>
              </a:spcAft>
              <a:buClr>
                <a:schemeClr val="accent5"/>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0"/>
              </a:spcBef>
              <a:spcAft>
                <a:spcPts val="0"/>
              </a:spcAft>
              <a:buClr>
                <a:schemeClr val="accent5"/>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800"/>
              </a:spcBef>
              <a:spcAft>
                <a:spcPts val="0"/>
              </a:spcAft>
              <a:buClr>
                <a:schemeClr val="accent5"/>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800"/>
              </a:spcBef>
              <a:spcAft>
                <a:spcPts val="0"/>
              </a:spcAft>
              <a:buClr>
                <a:schemeClr val="accent5"/>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1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3 images">
  <p:cSld name="3 images">
    <p:spTree>
      <p:nvGrpSpPr>
        <p:cNvPr id="1" name="Shape 90"/>
        <p:cNvGrpSpPr/>
        <p:nvPr/>
      </p:nvGrpSpPr>
      <p:grpSpPr>
        <a:xfrm>
          <a:off x="0" y="0"/>
          <a:ext cx="0" cy="0"/>
          <a:chOff x="0" y="0"/>
          <a:chExt cx="0" cy="0"/>
        </a:xfrm>
      </p:grpSpPr>
      <p:sp>
        <p:nvSpPr>
          <p:cNvPr id="91" name="Google Shape;91;p23"/>
          <p:cNvSpPr>
            <a:spLocks noGrp="1"/>
          </p:cNvSpPr>
          <p:nvPr>
            <p:ph type="pic" idx="2"/>
          </p:nvPr>
        </p:nvSpPr>
        <p:spPr>
          <a:xfrm>
            <a:off x="840157" y="2284667"/>
            <a:ext cx="3347997" cy="2090737"/>
          </a:xfrm>
          <a:prstGeom prst="rect">
            <a:avLst/>
          </a:prstGeom>
          <a:solidFill>
            <a:schemeClr val="lt2"/>
          </a:solidFill>
          <a:ln>
            <a:noFill/>
          </a:ln>
        </p:spPr>
        <p:txBody>
          <a:bodyPr/>
          <a:lstStyle/>
          <a:p>
            <a:endParaRPr lang="en-GB"/>
          </a:p>
        </p:txBody>
      </p:sp>
      <p:sp>
        <p:nvSpPr>
          <p:cNvPr id="92" name="Google Shape;92;p23"/>
          <p:cNvSpPr>
            <a:spLocks noGrp="1"/>
          </p:cNvSpPr>
          <p:nvPr>
            <p:ph type="pic" idx="3"/>
          </p:nvPr>
        </p:nvSpPr>
        <p:spPr>
          <a:xfrm>
            <a:off x="7940525" y="2284668"/>
            <a:ext cx="3419998" cy="2090737"/>
          </a:xfrm>
          <a:prstGeom prst="rect">
            <a:avLst/>
          </a:prstGeom>
          <a:solidFill>
            <a:schemeClr val="lt2"/>
          </a:solidFill>
          <a:ln>
            <a:noFill/>
          </a:ln>
        </p:spPr>
        <p:txBody>
          <a:bodyPr/>
          <a:lstStyle/>
          <a:p>
            <a:endParaRPr lang="en-GB"/>
          </a:p>
        </p:txBody>
      </p:sp>
      <p:sp>
        <p:nvSpPr>
          <p:cNvPr id="93" name="Google Shape;93;p23"/>
          <p:cNvSpPr>
            <a:spLocks noGrp="1"/>
          </p:cNvSpPr>
          <p:nvPr>
            <p:ph type="pic" idx="4"/>
          </p:nvPr>
        </p:nvSpPr>
        <p:spPr>
          <a:xfrm>
            <a:off x="4390340" y="2284667"/>
            <a:ext cx="3347998" cy="2090737"/>
          </a:xfrm>
          <a:prstGeom prst="rect">
            <a:avLst/>
          </a:prstGeom>
          <a:solidFill>
            <a:schemeClr val="lt2"/>
          </a:solidFill>
          <a:ln>
            <a:noFill/>
          </a:ln>
        </p:spPr>
        <p:txBody>
          <a:bodyPr/>
          <a:lstStyle/>
          <a:p>
            <a:endParaRPr lang="en-GB"/>
          </a:p>
        </p:txBody>
      </p:sp>
      <p:sp>
        <p:nvSpPr>
          <p:cNvPr id="94" name="Google Shape;94;p23"/>
          <p:cNvSpPr txBox="1">
            <a:spLocks noGrp="1"/>
          </p:cNvSpPr>
          <p:nvPr>
            <p:ph type="body" idx="1"/>
          </p:nvPr>
        </p:nvSpPr>
        <p:spPr>
          <a:xfrm>
            <a:off x="1179376" y="4038684"/>
            <a:ext cx="2669558" cy="1524235"/>
          </a:xfrm>
          <a:prstGeom prst="rect">
            <a:avLst/>
          </a:prstGeom>
          <a:solidFill>
            <a:schemeClr val="lt1"/>
          </a:solidFill>
          <a:ln>
            <a:noFill/>
          </a:ln>
        </p:spPr>
        <p:txBody>
          <a:bodyPr spcFirstLastPara="1" wrap="square" lIns="91425" tIns="90000" rIns="91425" bIns="45700" anchor="t" anchorCtr="0">
            <a:noAutofit/>
          </a:bodyPr>
          <a:lstStyle>
            <a:lvl1pPr marL="457200" marR="0" lvl="0" indent="-228600" algn="ctr" rtl="0">
              <a:lnSpc>
                <a:spcPct val="100000"/>
              </a:lnSpc>
              <a:spcBef>
                <a:spcPts val="0"/>
              </a:spcBef>
              <a:spcAft>
                <a:spcPts val="0"/>
              </a:spcAft>
              <a:buClr>
                <a:srgbClr val="2B91C5"/>
              </a:buClr>
              <a:buSzPts val="2000"/>
              <a:buFont typeface="Arial"/>
              <a:buNone/>
              <a:defRPr sz="2000" b="0" i="0" u="none" strike="noStrike" cap="none">
                <a:solidFill>
                  <a:schemeClr val="dk1"/>
                </a:solidFill>
                <a:latin typeface="Arial"/>
                <a:ea typeface="Arial"/>
                <a:cs typeface="Arial"/>
                <a:sym typeface="Arial"/>
              </a:defRPr>
            </a:lvl1pPr>
            <a:lvl2pPr marL="914400" marR="0" lvl="1" indent="-355600" algn="l" rtl="0">
              <a:lnSpc>
                <a:spcPct val="100000"/>
              </a:lnSpc>
              <a:spcBef>
                <a:spcPts val="1800"/>
              </a:spcBef>
              <a:spcAft>
                <a:spcPts val="0"/>
              </a:spcAft>
              <a:buClr>
                <a:srgbClr val="2B91C5"/>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0"/>
              </a:spcBef>
              <a:spcAft>
                <a:spcPts val="0"/>
              </a:spcAft>
              <a:buClr>
                <a:srgbClr val="2B91C5"/>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800"/>
              </a:spcBef>
              <a:spcAft>
                <a:spcPts val="0"/>
              </a:spcAft>
              <a:buClr>
                <a:srgbClr val="2B91C5"/>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800"/>
              </a:spcBef>
              <a:spcAft>
                <a:spcPts val="0"/>
              </a:spcAft>
              <a:buClr>
                <a:srgbClr val="2B91C5"/>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1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5" name="Google Shape;95;p23"/>
          <p:cNvSpPr txBox="1">
            <a:spLocks noGrp="1"/>
          </p:cNvSpPr>
          <p:nvPr>
            <p:ph type="body" idx="5"/>
          </p:nvPr>
        </p:nvSpPr>
        <p:spPr>
          <a:xfrm>
            <a:off x="4729560" y="4041944"/>
            <a:ext cx="2669558" cy="1524235"/>
          </a:xfrm>
          <a:prstGeom prst="rect">
            <a:avLst/>
          </a:prstGeom>
          <a:solidFill>
            <a:schemeClr val="lt1"/>
          </a:solidFill>
          <a:ln>
            <a:noFill/>
          </a:ln>
        </p:spPr>
        <p:txBody>
          <a:bodyPr spcFirstLastPara="1" wrap="square" lIns="91425" tIns="90000" rIns="91425" bIns="45700" anchor="t" anchorCtr="0">
            <a:noAutofit/>
          </a:bodyPr>
          <a:lstStyle>
            <a:lvl1pPr marL="457200" marR="0" lvl="0" indent="-228600" algn="ctr" rtl="0">
              <a:lnSpc>
                <a:spcPct val="100000"/>
              </a:lnSpc>
              <a:spcBef>
                <a:spcPts val="0"/>
              </a:spcBef>
              <a:spcAft>
                <a:spcPts val="0"/>
              </a:spcAft>
              <a:buClr>
                <a:srgbClr val="2B91C5"/>
              </a:buClr>
              <a:buSzPts val="2000"/>
              <a:buFont typeface="Arial"/>
              <a:buNone/>
              <a:defRPr sz="2000" b="0" i="0" u="none" strike="noStrike" cap="none">
                <a:solidFill>
                  <a:schemeClr val="dk1"/>
                </a:solidFill>
                <a:latin typeface="Arial"/>
                <a:ea typeface="Arial"/>
                <a:cs typeface="Arial"/>
                <a:sym typeface="Arial"/>
              </a:defRPr>
            </a:lvl1pPr>
            <a:lvl2pPr marL="914400" marR="0" lvl="1" indent="-355600" algn="l" rtl="0">
              <a:lnSpc>
                <a:spcPct val="100000"/>
              </a:lnSpc>
              <a:spcBef>
                <a:spcPts val="1800"/>
              </a:spcBef>
              <a:spcAft>
                <a:spcPts val="0"/>
              </a:spcAft>
              <a:buClr>
                <a:srgbClr val="2B91C5"/>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0"/>
              </a:spcBef>
              <a:spcAft>
                <a:spcPts val="0"/>
              </a:spcAft>
              <a:buClr>
                <a:srgbClr val="2B91C5"/>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800"/>
              </a:spcBef>
              <a:spcAft>
                <a:spcPts val="0"/>
              </a:spcAft>
              <a:buClr>
                <a:srgbClr val="2B91C5"/>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800"/>
              </a:spcBef>
              <a:spcAft>
                <a:spcPts val="0"/>
              </a:spcAft>
              <a:buClr>
                <a:srgbClr val="2B91C5"/>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1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6" name="Google Shape;96;p23"/>
          <p:cNvSpPr txBox="1">
            <a:spLocks noGrp="1"/>
          </p:cNvSpPr>
          <p:nvPr>
            <p:ph type="body" idx="6"/>
          </p:nvPr>
        </p:nvSpPr>
        <p:spPr>
          <a:xfrm>
            <a:off x="8315745" y="4037437"/>
            <a:ext cx="2669558" cy="1524235"/>
          </a:xfrm>
          <a:prstGeom prst="rect">
            <a:avLst/>
          </a:prstGeom>
          <a:solidFill>
            <a:schemeClr val="lt1"/>
          </a:solidFill>
          <a:ln>
            <a:noFill/>
          </a:ln>
        </p:spPr>
        <p:txBody>
          <a:bodyPr spcFirstLastPara="1" wrap="square" lIns="91425" tIns="90000" rIns="91425" bIns="45700" anchor="t" anchorCtr="0">
            <a:noAutofit/>
          </a:bodyPr>
          <a:lstStyle>
            <a:lvl1pPr marL="457200" marR="0" lvl="0" indent="-228600" algn="ctr" rtl="0">
              <a:lnSpc>
                <a:spcPct val="100000"/>
              </a:lnSpc>
              <a:spcBef>
                <a:spcPts val="0"/>
              </a:spcBef>
              <a:spcAft>
                <a:spcPts val="0"/>
              </a:spcAft>
              <a:buClr>
                <a:srgbClr val="2B91C5"/>
              </a:buClr>
              <a:buSzPts val="2000"/>
              <a:buFont typeface="Arial"/>
              <a:buNone/>
              <a:defRPr sz="2000" b="0" i="0" u="none" strike="noStrike" cap="none">
                <a:solidFill>
                  <a:schemeClr val="dk1"/>
                </a:solidFill>
                <a:latin typeface="Arial"/>
                <a:ea typeface="Arial"/>
                <a:cs typeface="Arial"/>
                <a:sym typeface="Arial"/>
              </a:defRPr>
            </a:lvl1pPr>
            <a:lvl2pPr marL="914400" marR="0" lvl="1" indent="-355600" algn="l" rtl="0">
              <a:lnSpc>
                <a:spcPct val="100000"/>
              </a:lnSpc>
              <a:spcBef>
                <a:spcPts val="1800"/>
              </a:spcBef>
              <a:spcAft>
                <a:spcPts val="0"/>
              </a:spcAft>
              <a:buClr>
                <a:srgbClr val="2B91C5"/>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0"/>
              </a:spcBef>
              <a:spcAft>
                <a:spcPts val="0"/>
              </a:spcAft>
              <a:buClr>
                <a:srgbClr val="2B91C5"/>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800"/>
              </a:spcBef>
              <a:spcAft>
                <a:spcPts val="0"/>
              </a:spcAft>
              <a:buClr>
                <a:srgbClr val="2B91C5"/>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800"/>
              </a:spcBef>
              <a:spcAft>
                <a:spcPts val="0"/>
              </a:spcAft>
              <a:buClr>
                <a:srgbClr val="2B91C5"/>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1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7" name="Google Shape;97;p23"/>
          <p:cNvSpPr txBox="1">
            <a:spLocks noGrp="1"/>
          </p:cNvSpPr>
          <p:nvPr>
            <p:ph type="title"/>
          </p:nvPr>
        </p:nvSpPr>
        <p:spPr>
          <a:xfrm>
            <a:off x="970722" y="575220"/>
            <a:ext cx="10263893" cy="782357"/>
          </a:xfrm>
          <a:prstGeom prst="rect">
            <a:avLst/>
          </a:prstGeom>
          <a:noFill/>
          <a:ln>
            <a:noFill/>
          </a:ln>
        </p:spPr>
        <p:txBody>
          <a:bodyPr spcFirstLastPara="1" wrap="square" lIns="91425" tIns="45700" rIns="91425" bIns="0" anchor="b" anchorCtr="0">
            <a:noAutofit/>
          </a:bodyPr>
          <a:lstStyle>
            <a:lvl1pPr marR="0" lvl="0" algn="l" rtl="0">
              <a:lnSpc>
                <a:spcPct val="90000"/>
              </a:lnSpc>
              <a:spcBef>
                <a:spcPts val="0"/>
              </a:spcBef>
              <a:spcAft>
                <a:spcPts val="0"/>
              </a:spcAft>
              <a:buClr>
                <a:schemeClr val="dk2"/>
              </a:buClr>
              <a:buSzPts val="3800"/>
              <a:buFont typeface="Arial"/>
              <a:buNone/>
              <a:defRPr sz="3800" b="0"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cxnSp>
        <p:nvCxnSpPr>
          <p:cNvPr id="98" name="Google Shape;98;p23"/>
          <p:cNvCxnSpPr/>
          <p:nvPr/>
        </p:nvCxnSpPr>
        <p:spPr>
          <a:xfrm flipH="1">
            <a:off x="838201" y="0"/>
            <a:ext cx="1" cy="1365250"/>
          </a:xfrm>
          <a:prstGeom prst="straightConnector1">
            <a:avLst/>
          </a:prstGeom>
          <a:noFill/>
          <a:ln w="28575" cap="flat" cmpd="sng">
            <a:solidFill>
              <a:schemeClr val="accent5"/>
            </a:solidFill>
            <a:prstDash val="solid"/>
            <a:miter lim="800000"/>
            <a:headEnd type="none" w="sm" len="sm"/>
            <a:tailEnd type="none" w="sm" len="sm"/>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4 images">
  <p:cSld name="4 images">
    <p:spTree>
      <p:nvGrpSpPr>
        <p:cNvPr id="1" name="Shape 99"/>
        <p:cNvGrpSpPr/>
        <p:nvPr/>
      </p:nvGrpSpPr>
      <p:grpSpPr>
        <a:xfrm>
          <a:off x="0" y="0"/>
          <a:ext cx="0" cy="0"/>
          <a:chOff x="0" y="0"/>
          <a:chExt cx="0" cy="0"/>
        </a:xfrm>
      </p:grpSpPr>
      <p:sp>
        <p:nvSpPr>
          <p:cNvPr id="100" name="Google Shape;100;p24"/>
          <p:cNvSpPr>
            <a:spLocks noGrp="1"/>
          </p:cNvSpPr>
          <p:nvPr>
            <p:ph type="pic" idx="2"/>
          </p:nvPr>
        </p:nvSpPr>
        <p:spPr>
          <a:xfrm>
            <a:off x="3489177" y="2159957"/>
            <a:ext cx="2518900" cy="1728000"/>
          </a:xfrm>
          <a:prstGeom prst="rect">
            <a:avLst/>
          </a:prstGeom>
          <a:solidFill>
            <a:schemeClr val="lt2"/>
          </a:solidFill>
          <a:ln>
            <a:noFill/>
          </a:ln>
        </p:spPr>
        <p:txBody>
          <a:bodyPr/>
          <a:lstStyle/>
          <a:p>
            <a:endParaRPr lang="en-GB"/>
          </a:p>
        </p:txBody>
      </p:sp>
      <p:sp>
        <p:nvSpPr>
          <p:cNvPr id="101" name="Google Shape;101;p24"/>
          <p:cNvSpPr>
            <a:spLocks noGrp="1"/>
          </p:cNvSpPr>
          <p:nvPr>
            <p:ph type="pic" idx="3"/>
          </p:nvPr>
        </p:nvSpPr>
        <p:spPr>
          <a:xfrm>
            <a:off x="3489175" y="4076343"/>
            <a:ext cx="2520000" cy="1728000"/>
          </a:xfrm>
          <a:prstGeom prst="rect">
            <a:avLst/>
          </a:prstGeom>
          <a:solidFill>
            <a:schemeClr val="lt2"/>
          </a:solidFill>
          <a:ln>
            <a:noFill/>
          </a:ln>
        </p:spPr>
        <p:txBody>
          <a:bodyPr/>
          <a:lstStyle/>
          <a:p>
            <a:endParaRPr lang="en-GB"/>
          </a:p>
        </p:txBody>
      </p:sp>
      <p:sp>
        <p:nvSpPr>
          <p:cNvPr id="102" name="Google Shape;102;p24"/>
          <p:cNvSpPr>
            <a:spLocks noGrp="1"/>
          </p:cNvSpPr>
          <p:nvPr>
            <p:ph type="pic" idx="4"/>
          </p:nvPr>
        </p:nvSpPr>
        <p:spPr>
          <a:xfrm>
            <a:off x="6197546" y="2159956"/>
            <a:ext cx="2520000" cy="1728000"/>
          </a:xfrm>
          <a:prstGeom prst="rect">
            <a:avLst/>
          </a:prstGeom>
          <a:solidFill>
            <a:schemeClr val="lt2"/>
          </a:solidFill>
          <a:ln>
            <a:noFill/>
          </a:ln>
        </p:spPr>
        <p:txBody>
          <a:bodyPr/>
          <a:lstStyle/>
          <a:p>
            <a:endParaRPr lang="en-GB"/>
          </a:p>
        </p:txBody>
      </p:sp>
      <p:sp>
        <p:nvSpPr>
          <p:cNvPr id="103" name="Google Shape;103;p24"/>
          <p:cNvSpPr txBox="1">
            <a:spLocks noGrp="1"/>
          </p:cNvSpPr>
          <p:nvPr>
            <p:ph type="body" idx="1"/>
          </p:nvPr>
        </p:nvSpPr>
        <p:spPr>
          <a:xfrm>
            <a:off x="8887605" y="4076342"/>
            <a:ext cx="2483779" cy="1728000"/>
          </a:xfrm>
          <a:prstGeom prst="rect">
            <a:avLst/>
          </a:prstGeom>
          <a:noFill/>
          <a:ln>
            <a:noFill/>
          </a:ln>
        </p:spPr>
        <p:txBody>
          <a:bodyPr spcFirstLastPara="1" wrap="square" lIns="91425" tIns="90000" rIns="91425" bIns="45700" anchor="t" anchorCtr="0">
            <a:noAutofit/>
          </a:bodyPr>
          <a:lstStyle>
            <a:lvl1pPr marL="457200" marR="0" lvl="0" indent="-228600" algn="l" rtl="0">
              <a:lnSpc>
                <a:spcPct val="100000"/>
              </a:lnSpc>
              <a:spcBef>
                <a:spcPts val="0"/>
              </a:spcBef>
              <a:spcAft>
                <a:spcPts val="0"/>
              </a:spcAft>
              <a:buClr>
                <a:srgbClr val="2B91C5"/>
              </a:buClr>
              <a:buSzPts val="2000"/>
              <a:buFont typeface="Arial"/>
              <a:buNone/>
              <a:defRPr sz="2000" b="0" i="0" u="none" strike="noStrike" cap="none">
                <a:solidFill>
                  <a:schemeClr val="dk1"/>
                </a:solidFill>
                <a:latin typeface="Arial"/>
                <a:ea typeface="Arial"/>
                <a:cs typeface="Arial"/>
                <a:sym typeface="Arial"/>
              </a:defRPr>
            </a:lvl1pPr>
            <a:lvl2pPr marL="914400" marR="0" lvl="1" indent="-355600" algn="l" rtl="0">
              <a:lnSpc>
                <a:spcPct val="100000"/>
              </a:lnSpc>
              <a:spcBef>
                <a:spcPts val="1800"/>
              </a:spcBef>
              <a:spcAft>
                <a:spcPts val="0"/>
              </a:spcAft>
              <a:buClr>
                <a:srgbClr val="2B91C5"/>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0"/>
              </a:spcBef>
              <a:spcAft>
                <a:spcPts val="0"/>
              </a:spcAft>
              <a:buClr>
                <a:srgbClr val="2B91C5"/>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800"/>
              </a:spcBef>
              <a:spcAft>
                <a:spcPts val="0"/>
              </a:spcAft>
              <a:buClr>
                <a:srgbClr val="2B91C5"/>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800"/>
              </a:spcBef>
              <a:spcAft>
                <a:spcPts val="0"/>
              </a:spcAft>
              <a:buClr>
                <a:srgbClr val="2B91C5"/>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1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4" name="Google Shape;104;p24"/>
          <p:cNvSpPr txBox="1">
            <a:spLocks noGrp="1"/>
          </p:cNvSpPr>
          <p:nvPr>
            <p:ph type="body" idx="5"/>
          </p:nvPr>
        </p:nvSpPr>
        <p:spPr>
          <a:xfrm>
            <a:off x="957385" y="2159957"/>
            <a:ext cx="2334846" cy="1728000"/>
          </a:xfrm>
          <a:prstGeom prst="rect">
            <a:avLst/>
          </a:prstGeom>
          <a:noFill/>
          <a:ln>
            <a:noFill/>
          </a:ln>
        </p:spPr>
        <p:txBody>
          <a:bodyPr spcFirstLastPara="1" wrap="square" lIns="91425" tIns="90000" rIns="91425" bIns="45700" anchor="t" anchorCtr="0">
            <a:noAutofit/>
          </a:bodyPr>
          <a:lstStyle>
            <a:lvl1pPr marL="457200" marR="0" lvl="0" indent="-228600" algn="r" rtl="0">
              <a:lnSpc>
                <a:spcPct val="100000"/>
              </a:lnSpc>
              <a:spcBef>
                <a:spcPts val="0"/>
              </a:spcBef>
              <a:spcAft>
                <a:spcPts val="0"/>
              </a:spcAft>
              <a:buClr>
                <a:srgbClr val="2B91C5"/>
              </a:buClr>
              <a:buSzPts val="2000"/>
              <a:buFont typeface="Arial"/>
              <a:buNone/>
              <a:defRPr sz="2000" b="0" i="0" u="none" strike="noStrike" cap="none">
                <a:solidFill>
                  <a:schemeClr val="dk1"/>
                </a:solidFill>
                <a:latin typeface="Arial"/>
                <a:ea typeface="Arial"/>
                <a:cs typeface="Arial"/>
                <a:sym typeface="Arial"/>
              </a:defRPr>
            </a:lvl1pPr>
            <a:lvl2pPr marL="914400" marR="0" lvl="1" indent="-355600" algn="l" rtl="0">
              <a:lnSpc>
                <a:spcPct val="100000"/>
              </a:lnSpc>
              <a:spcBef>
                <a:spcPts val="1800"/>
              </a:spcBef>
              <a:spcAft>
                <a:spcPts val="0"/>
              </a:spcAft>
              <a:buClr>
                <a:srgbClr val="2B91C5"/>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0"/>
              </a:spcBef>
              <a:spcAft>
                <a:spcPts val="0"/>
              </a:spcAft>
              <a:buClr>
                <a:srgbClr val="2B91C5"/>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800"/>
              </a:spcBef>
              <a:spcAft>
                <a:spcPts val="0"/>
              </a:spcAft>
              <a:buClr>
                <a:srgbClr val="2B91C5"/>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800"/>
              </a:spcBef>
              <a:spcAft>
                <a:spcPts val="0"/>
              </a:spcAft>
              <a:buClr>
                <a:srgbClr val="2B91C5"/>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1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5" name="Google Shape;105;p24"/>
          <p:cNvSpPr>
            <a:spLocks noGrp="1"/>
          </p:cNvSpPr>
          <p:nvPr>
            <p:ph type="pic" idx="6"/>
          </p:nvPr>
        </p:nvSpPr>
        <p:spPr>
          <a:xfrm>
            <a:off x="6197548" y="4076342"/>
            <a:ext cx="2520000" cy="1728000"/>
          </a:xfrm>
          <a:prstGeom prst="rect">
            <a:avLst/>
          </a:prstGeom>
          <a:solidFill>
            <a:schemeClr val="lt2"/>
          </a:solidFill>
          <a:ln>
            <a:noFill/>
          </a:ln>
        </p:spPr>
        <p:txBody>
          <a:bodyPr/>
          <a:lstStyle/>
          <a:p>
            <a:endParaRPr lang="en-GB"/>
          </a:p>
        </p:txBody>
      </p:sp>
      <p:sp>
        <p:nvSpPr>
          <p:cNvPr id="106" name="Google Shape;106;p24"/>
          <p:cNvSpPr txBox="1">
            <a:spLocks noGrp="1"/>
          </p:cNvSpPr>
          <p:nvPr>
            <p:ph type="body" idx="7"/>
          </p:nvPr>
        </p:nvSpPr>
        <p:spPr>
          <a:xfrm>
            <a:off x="957385" y="4076343"/>
            <a:ext cx="2334846" cy="1728000"/>
          </a:xfrm>
          <a:prstGeom prst="rect">
            <a:avLst/>
          </a:prstGeom>
          <a:noFill/>
          <a:ln>
            <a:noFill/>
          </a:ln>
        </p:spPr>
        <p:txBody>
          <a:bodyPr spcFirstLastPara="1" wrap="square" lIns="91425" tIns="90000" rIns="91425" bIns="45700" anchor="t" anchorCtr="0">
            <a:noAutofit/>
          </a:bodyPr>
          <a:lstStyle>
            <a:lvl1pPr marL="457200" marR="0" lvl="0" indent="-228600" algn="r" rtl="0">
              <a:lnSpc>
                <a:spcPct val="100000"/>
              </a:lnSpc>
              <a:spcBef>
                <a:spcPts val="0"/>
              </a:spcBef>
              <a:spcAft>
                <a:spcPts val="0"/>
              </a:spcAft>
              <a:buClr>
                <a:srgbClr val="2B91C5"/>
              </a:buClr>
              <a:buSzPts val="2000"/>
              <a:buFont typeface="Arial"/>
              <a:buNone/>
              <a:defRPr sz="2000" b="0" i="0" u="none" strike="noStrike" cap="none">
                <a:solidFill>
                  <a:schemeClr val="dk1"/>
                </a:solidFill>
                <a:latin typeface="Arial"/>
                <a:ea typeface="Arial"/>
                <a:cs typeface="Arial"/>
                <a:sym typeface="Arial"/>
              </a:defRPr>
            </a:lvl1pPr>
            <a:lvl2pPr marL="914400" marR="0" lvl="1" indent="-355600" algn="l" rtl="0">
              <a:lnSpc>
                <a:spcPct val="100000"/>
              </a:lnSpc>
              <a:spcBef>
                <a:spcPts val="1800"/>
              </a:spcBef>
              <a:spcAft>
                <a:spcPts val="0"/>
              </a:spcAft>
              <a:buClr>
                <a:srgbClr val="2B91C5"/>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0"/>
              </a:spcBef>
              <a:spcAft>
                <a:spcPts val="0"/>
              </a:spcAft>
              <a:buClr>
                <a:srgbClr val="2B91C5"/>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800"/>
              </a:spcBef>
              <a:spcAft>
                <a:spcPts val="0"/>
              </a:spcAft>
              <a:buClr>
                <a:srgbClr val="2B91C5"/>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800"/>
              </a:spcBef>
              <a:spcAft>
                <a:spcPts val="0"/>
              </a:spcAft>
              <a:buClr>
                <a:srgbClr val="2B91C5"/>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1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7" name="Google Shape;107;p24"/>
          <p:cNvSpPr txBox="1">
            <a:spLocks noGrp="1"/>
          </p:cNvSpPr>
          <p:nvPr>
            <p:ph type="body" idx="8"/>
          </p:nvPr>
        </p:nvSpPr>
        <p:spPr>
          <a:xfrm>
            <a:off x="8919308" y="2159956"/>
            <a:ext cx="2452077" cy="1728000"/>
          </a:xfrm>
          <a:prstGeom prst="rect">
            <a:avLst/>
          </a:prstGeom>
          <a:noFill/>
          <a:ln>
            <a:noFill/>
          </a:ln>
        </p:spPr>
        <p:txBody>
          <a:bodyPr spcFirstLastPara="1" wrap="square" lIns="91425" tIns="90000" rIns="91425" bIns="45700" anchor="t" anchorCtr="0">
            <a:noAutofit/>
          </a:bodyPr>
          <a:lstStyle>
            <a:lvl1pPr marL="457200" marR="0" lvl="0" indent="-228600" algn="l" rtl="0">
              <a:lnSpc>
                <a:spcPct val="100000"/>
              </a:lnSpc>
              <a:spcBef>
                <a:spcPts val="0"/>
              </a:spcBef>
              <a:spcAft>
                <a:spcPts val="0"/>
              </a:spcAft>
              <a:buClr>
                <a:srgbClr val="2B91C5"/>
              </a:buClr>
              <a:buSzPts val="2000"/>
              <a:buFont typeface="Arial"/>
              <a:buNone/>
              <a:defRPr sz="2000" b="0" i="0" u="none" strike="noStrike" cap="none">
                <a:solidFill>
                  <a:schemeClr val="dk1"/>
                </a:solidFill>
                <a:latin typeface="Arial"/>
                <a:ea typeface="Arial"/>
                <a:cs typeface="Arial"/>
                <a:sym typeface="Arial"/>
              </a:defRPr>
            </a:lvl1pPr>
            <a:lvl2pPr marL="914400" marR="0" lvl="1" indent="-355600" algn="l" rtl="0">
              <a:lnSpc>
                <a:spcPct val="100000"/>
              </a:lnSpc>
              <a:spcBef>
                <a:spcPts val="1800"/>
              </a:spcBef>
              <a:spcAft>
                <a:spcPts val="0"/>
              </a:spcAft>
              <a:buClr>
                <a:srgbClr val="2B91C5"/>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0"/>
              </a:spcBef>
              <a:spcAft>
                <a:spcPts val="0"/>
              </a:spcAft>
              <a:buClr>
                <a:srgbClr val="2B91C5"/>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800"/>
              </a:spcBef>
              <a:spcAft>
                <a:spcPts val="0"/>
              </a:spcAft>
              <a:buClr>
                <a:srgbClr val="2B91C5"/>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800"/>
              </a:spcBef>
              <a:spcAft>
                <a:spcPts val="0"/>
              </a:spcAft>
              <a:buClr>
                <a:srgbClr val="2B91C5"/>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1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8" name="Google Shape;108;p24"/>
          <p:cNvSpPr txBox="1">
            <a:spLocks noGrp="1"/>
          </p:cNvSpPr>
          <p:nvPr>
            <p:ph type="title"/>
          </p:nvPr>
        </p:nvSpPr>
        <p:spPr>
          <a:xfrm>
            <a:off x="970722" y="575220"/>
            <a:ext cx="10263893" cy="782357"/>
          </a:xfrm>
          <a:prstGeom prst="rect">
            <a:avLst/>
          </a:prstGeom>
          <a:noFill/>
          <a:ln>
            <a:noFill/>
          </a:ln>
        </p:spPr>
        <p:txBody>
          <a:bodyPr spcFirstLastPara="1" wrap="square" lIns="91425" tIns="45700" rIns="91425" bIns="0" anchor="b" anchorCtr="0">
            <a:noAutofit/>
          </a:bodyPr>
          <a:lstStyle>
            <a:lvl1pPr marR="0" lvl="0" algn="l" rtl="0">
              <a:lnSpc>
                <a:spcPct val="90000"/>
              </a:lnSpc>
              <a:spcBef>
                <a:spcPts val="0"/>
              </a:spcBef>
              <a:spcAft>
                <a:spcPts val="0"/>
              </a:spcAft>
              <a:buClr>
                <a:schemeClr val="dk2"/>
              </a:buClr>
              <a:buSzPts val="3800"/>
              <a:buFont typeface="Arial"/>
              <a:buNone/>
              <a:defRPr sz="3800" b="0"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cxnSp>
        <p:nvCxnSpPr>
          <p:cNvPr id="109" name="Google Shape;109;p24"/>
          <p:cNvCxnSpPr/>
          <p:nvPr/>
        </p:nvCxnSpPr>
        <p:spPr>
          <a:xfrm flipH="1">
            <a:off x="838201" y="0"/>
            <a:ext cx="1" cy="1365250"/>
          </a:xfrm>
          <a:prstGeom prst="straightConnector1">
            <a:avLst/>
          </a:prstGeom>
          <a:noFill/>
          <a:ln w="28575" cap="flat" cmpd="sng">
            <a:solidFill>
              <a:schemeClr val="accent5"/>
            </a:solidFill>
            <a:prstDash val="solid"/>
            <a:miter lim="800000"/>
            <a:headEnd type="none" w="sm" len="sm"/>
            <a:tailEnd type="none" w="sm" len="sm"/>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Last slide (option 2)">
  <p:cSld name="Last slide (option 2)">
    <p:spTree>
      <p:nvGrpSpPr>
        <p:cNvPr id="1" name="Shape 111"/>
        <p:cNvGrpSpPr/>
        <p:nvPr/>
      </p:nvGrpSpPr>
      <p:grpSpPr>
        <a:xfrm>
          <a:off x="0" y="0"/>
          <a:ext cx="0" cy="0"/>
          <a:chOff x="0" y="0"/>
          <a:chExt cx="0" cy="0"/>
        </a:xfrm>
      </p:grpSpPr>
      <p:sp>
        <p:nvSpPr>
          <p:cNvPr id="112" name="Google Shape;112;p26"/>
          <p:cNvSpPr/>
          <p:nvPr/>
        </p:nvSpPr>
        <p:spPr>
          <a:xfrm>
            <a:off x="0" y="0"/>
            <a:ext cx="12192000" cy="3432175"/>
          </a:xfrm>
          <a:prstGeom prst="rect">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cxnSp>
        <p:nvCxnSpPr>
          <p:cNvPr id="113" name="Google Shape;113;p26"/>
          <p:cNvCxnSpPr/>
          <p:nvPr/>
        </p:nvCxnSpPr>
        <p:spPr>
          <a:xfrm>
            <a:off x="838200" y="0"/>
            <a:ext cx="0" cy="2362711"/>
          </a:xfrm>
          <a:prstGeom prst="straightConnector1">
            <a:avLst/>
          </a:prstGeom>
          <a:noFill/>
          <a:ln w="28575" cap="flat" cmpd="sng">
            <a:solidFill>
              <a:srgbClr val="2174B0"/>
            </a:solidFill>
            <a:prstDash val="solid"/>
            <a:miter lim="800000"/>
            <a:headEnd type="none" w="sm" len="sm"/>
            <a:tailEnd type="none" w="sm" len="sm"/>
          </a:ln>
        </p:spPr>
      </p:cxnSp>
      <p:sp>
        <p:nvSpPr>
          <p:cNvPr id="114" name="Google Shape;114;p26"/>
          <p:cNvSpPr txBox="1">
            <a:spLocks noGrp="1"/>
          </p:cNvSpPr>
          <p:nvPr>
            <p:ph type="ctrTitle"/>
          </p:nvPr>
        </p:nvSpPr>
        <p:spPr>
          <a:xfrm>
            <a:off x="1077013" y="1122363"/>
            <a:ext cx="10020968" cy="1240348"/>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rgbClr val="2174B0"/>
              </a:buClr>
              <a:buSzPts val="6000"/>
              <a:buFont typeface="Arial"/>
              <a:buNone/>
              <a:defRPr sz="6000" b="0" i="0" u="none" strike="noStrike" cap="none">
                <a:solidFill>
                  <a:srgbClr val="2174B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5" name="Google Shape;115;p26"/>
          <p:cNvSpPr txBox="1">
            <a:spLocks noGrp="1"/>
          </p:cNvSpPr>
          <p:nvPr>
            <p:ph type="subTitle" idx="1"/>
          </p:nvPr>
        </p:nvSpPr>
        <p:spPr>
          <a:xfrm>
            <a:off x="1084385" y="3855676"/>
            <a:ext cx="10003692" cy="192529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2B91C5"/>
              </a:buClr>
              <a:buSzPts val="1400"/>
              <a:buFont typeface="Arial"/>
              <a:buNone/>
              <a:defRPr sz="1400" b="0" i="0" u="none" strike="noStrike" cap="none">
                <a:solidFill>
                  <a:srgbClr val="7F7F7F"/>
                </a:solidFill>
                <a:latin typeface="Arial"/>
                <a:ea typeface="Arial"/>
                <a:cs typeface="Arial"/>
                <a:sym typeface="Arial"/>
              </a:defRPr>
            </a:lvl1pPr>
            <a:lvl2pPr marR="0" lvl="1" algn="ctr" rtl="0">
              <a:lnSpc>
                <a:spcPct val="100000"/>
              </a:lnSpc>
              <a:spcBef>
                <a:spcPts val="1800"/>
              </a:spcBef>
              <a:spcAft>
                <a:spcPts val="0"/>
              </a:spcAft>
              <a:buClr>
                <a:srgbClr val="2B91C5"/>
              </a:buClr>
              <a:buSzPts val="2000"/>
              <a:buFont typeface="Arial"/>
              <a:buNone/>
              <a:defRPr sz="2000" b="0" i="0" u="none" strike="noStrike" cap="none">
                <a:solidFill>
                  <a:schemeClr val="dk1"/>
                </a:solidFill>
                <a:latin typeface="Arial"/>
                <a:ea typeface="Arial"/>
                <a:cs typeface="Arial"/>
                <a:sym typeface="Arial"/>
              </a:defRPr>
            </a:lvl2pPr>
            <a:lvl3pPr marR="0" lvl="2" algn="ctr" rtl="0">
              <a:lnSpc>
                <a:spcPct val="100000"/>
              </a:lnSpc>
              <a:spcBef>
                <a:spcPts val="1800"/>
              </a:spcBef>
              <a:spcAft>
                <a:spcPts val="0"/>
              </a:spcAft>
              <a:buClr>
                <a:srgbClr val="2B91C5"/>
              </a:buClr>
              <a:buSzPts val="1800"/>
              <a:buFont typeface="Arial"/>
              <a:buNone/>
              <a:defRPr sz="1800" b="0" i="0" u="none" strike="noStrike" cap="none">
                <a:solidFill>
                  <a:schemeClr val="dk1"/>
                </a:solidFill>
                <a:latin typeface="Arial"/>
                <a:ea typeface="Arial"/>
                <a:cs typeface="Arial"/>
                <a:sym typeface="Arial"/>
              </a:defRPr>
            </a:lvl3pPr>
            <a:lvl4pPr marR="0" lvl="3" algn="ctr" rtl="0">
              <a:lnSpc>
                <a:spcPct val="100000"/>
              </a:lnSpc>
              <a:spcBef>
                <a:spcPts val="1800"/>
              </a:spcBef>
              <a:spcAft>
                <a:spcPts val="0"/>
              </a:spcAft>
              <a:buClr>
                <a:srgbClr val="2B91C5"/>
              </a:buClr>
              <a:buSzPts val="1600"/>
              <a:buFont typeface="Arial"/>
              <a:buNone/>
              <a:defRPr sz="1600" b="0" i="0" u="none" strike="noStrike" cap="none">
                <a:solidFill>
                  <a:schemeClr val="dk1"/>
                </a:solidFill>
                <a:latin typeface="Arial"/>
                <a:ea typeface="Arial"/>
                <a:cs typeface="Arial"/>
                <a:sym typeface="Arial"/>
              </a:defRPr>
            </a:lvl4pPr>
            <a:lvl5pPr marR="0" lvl="4" algn="ctr" rtl="0">
              <a:lnSpc>
                <a:spcPct val="100000"/>
              </a:lnSpc>
              <a:spcBef>
                <a:spcPts val="1800"/>
              </a:spcBef>
              <a:spcAft>
                <a:spcPts val="0"/>
              </a:spcAft>
              <a:buClr>
                <a:srgbClr val="2B91C5"/>
              </a:buClr>
              <a:buSzPts val="1600"/>
              <a:buFont typeface="Arial"/>
              <a:buNone/>
              <a:defRPr sz="1600" b="0" i="0" u="none" strike="noStrike" cap="none">
                <a:solidFill>
                  <a:schemeClr val="dk1"/>
                </a:solidFill>
                <a:latin typeface="Arial"/>
                <a:ea typeface="Arial"/>
                <a:cs typeface="Arial"/>
                <a:sym typeface="Arial"/>
              </a:defRPr>
            </a:lvl5pPr>
            <a:lvl6pPr marR="0" lvl="5" algn="ctr" rtl="0">
              <a:lnSpc>
                <a:spcPct val="90000"/>
              </a:lnSpc>
              <a:spcBef>
                <a:spcPts val="18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7" descr="EC-JRC-logo_horizontal_EN_pos_transparent-background.png"/>
          <p:cNvPicPr preferRelativeResize="0"/>
          <p:nvPr/>
        </p:nvPicPr>
        <p:blipFill rotWithShape="1">
          <a:blip r:embed="rId18">
            <a:alphaModFix/>
          </a:blip>
          <a:srcRect l="6902" t="10944" r="6668" b="9112"/>
          <a:stretch/>
        </p:blipFill>
        <p:spPr>
          <a:xfrm>
            <a:off x="9945929" y="6177847"/>
            <a:ext cx="1727997" cy="467228"/>
          </a:xfrm>
          <a:prstGeom prst="rect">
            <a:avLst/>
          </a:prstGeom>
          <a:noFill/>
          <a:ln>
            <a:noFill/>
          </a:ln>
        </p:spPr>
      </p:pic>
      <p:sp>
        <p:nvSpPr>
          <p:cNvPr id="11" name="Google Shape;11;p7"/>
          <p:cNvSpPr txBox="1">
            <a:spLocks noGrp="1"/>
          </p:cNvSpPr>
          <p:nvPr>
            <p:ph type="sldNum" idx="12"/>
          </p:nvPr>
        </p:nvSpPr>
        <p:spPr>
          <a:xfrm>
            <a:off x="838200" y="6254290"/>
            <a:ext cx="2844800" cy="365125"/>
          </a:xfrm>
          <a:prstGeom prst="rect">
            <a:avLst/>
          </a:prstGeom>
          <a:noFill/>
          <a:ln>
            <a:noFill/>
          </a:ln>
        </p:spPr>
        <p:txBody>
          <a:bodyPr spcFirstLastPara="1" wrap="square" lIns="91425" tIns="45700" rIns="91425" bIns="45700" anchor="ctr" anchorCtr="0">
            <a:noAutofit/>
          </a:bodyPr>
          <a:lstStyle>
            <a:lvl1pPr marL="0" marR="0" lvl="0" indent="0" algn="l" rtl="0">
              <a:spcBef>
                <a:spcPts val="0"/>
              </a:spcBef>
              <a:buNone/>
              <a:defRPr sz="1200" b="0" i="0" u="none" strike="noStrike" cap="none">
                <a:solidFill>
                  <a:srgbClr val="949494"/>
                </a:solidFill>
                <a:latin typeface="Arial"/>
                <a:ea typeface="Arial"/>
                <a:cs typeface="Arial"/>
                <a:sym typeface="Arial"/>
              </a:defRPr>
            </a:lvl1pPr>
            <a:lvl2pPr marL="0" marR="0" lvl="1" indent="0" algn="l" rtl="0">
              <a:spcBef>
                <a:spcPts val="0"/>
              </a:spcBef>
              <a:buNone/>
              <a:defRPr sz="1200" b="0" i="0" u="none" strike="noStrike" cap="none">
                <a:solidFill>
                  <a:srgbClr val="949494"/>
                </a:solidFill>
                <a:latin typeface="Arial"/>
                <a:ea typeface="Arial"/>
                <a:cs typeface="Arial"/>
                <a:sym typeface="Arial"/>
              </a:defRPr>
            </a:lvl2pPr>
            <a:lvl3pPr marL="0" marR="0" lvl="2" indent="0" algn="l" rtl="0">
              <a:spcBef>
                <a:spcPts val="0"/>
              </a:spcBef>
              <a:buNone/>
              <a:defRPr sz="1200" b="0" i="0" u="none" strike="noStrike" cap="none">
                <a:solidFill>
                  <a:srgbClr val="949494"/>
                </a:solidFill>
                <a:latin typeface="Arial"/>
                <a:ea typeface="Arial"/>
                <a:cs typeface="Arial"/>
                <a:sym typeface="Arial"/>
              </a:defRPr>
            </a:lvl3pPr>
            <a:lvl4pPr marL="0" marR="0" lvl="3" indent="0" algn="l" rtl="0">
              <a:spcBef>
                <a:spcPts val="0"/>
              </a:spcBef>
              <a:buNone/>
              <a:defRPr sz="1200" b="0" i="0" u="none" strike="noStrike" cap="none">
                <a:solidFill>
                  <a:srgbClr val="949494"/>
                </a:solidFill>
                <a:latin typeface="Arial"/>
                <a:ea typeface="Arial"/>
                <a:cs typeface="Arial"/>
                <a:sym typeface="Arial"/>
              </a:defRPr>
            </a:lvl4pPr>
            <a:lvl5pPr marL="0" marR="0" lvl="4" indent="0" algn="l" rtl="0">
              <a:spcBef>
                <a:spcPts val="0"/>
              </a:spcBef>
              <a:buNone/>
              <a:defRPr sz="1200" b="0" i="0" u="none" strike="noStrike" cap="none">
                <a:solidFill>
                  <a:srgbClr val="949494"/>
                </a:solidFill>
                <a:latin typeface="Arial"/>
                <a:ea typeface="Arial"/>
                <a:cs typeface="Arial"/>
                <a:sym typeface="Arial"/>
              </a:defRPr>
            </a:lvl5pPr>
            <a:lvl6pPr marL="0" marR="0" lvl="5" indent="0" algn="l" rtl="0">
              <a:spcBef>
                <a:spcPts val="0"/>
              </a:spcBef>
              <a:buNone/>
              <a:defRPr sz="1200" b="0" i="0" u="none" strike="noStrike" cap="none">
                <a:solidFill>
                  <a:srgbClr val="949494"/>
                </a:solidFill>
                <a:latin typeface="Arial"/>
                <a:ea typeface="Arial"/>
                <a:cs typeface="Arial"/>
                <a:sym typeface="Arial"/>
              </a:defRPr>
            </a:lvl6pPr>
            <a:lvl7pPr marL="0" marR="0" lvl="6" indent="0" algn="l" rtl="0">
              <a:spcBef>
                <a:spcPts val="0"/>
              </a:spcBef>
              <a:buNone/>
              <a:defRPr sz="1200" b="0" i="0" u="none" strike="noStrike" cap="none">
                <a:solidFill>
                  <a:srgbClr val="949494"/>
                </a:solidFill>
                <a:latin typeface="Arial"/>
                <a:ea typeface="Arial"/>
                <a:cs typeface="Arial"/>
                <a:sym typeface="Arial"/>
              </a:defRPr>
            </a:lvl7pPr>
            <a:lvl8pPr marL="0" marR="0" lvl="7" indent="0" algn="l" rtl="0">
              <a:spcBef>
                <a:spcPts val="0"/>
              </a:spcBef>
              <a:buNone/>
              <a:defRPr sz="1200" b="0" i="0" u="none" strike="noStrike" cap="none">
                <a:solidFill>
                  <a:srgbClr val="949494"/>
                </a:solidFill>
                <a:latin typeface="Arial"/>
                <a:ea typeface="Arial"/>
                <a:cs typeface="Arial"/>
                <a:sym typeface="Arial"/>
              </a:defRPr>
            </a:lvl8pPr>
            <a:lvl9pPr marL="0" marR="0" lvl="8" indent="0" algn="l" rtl="0">
              <a:spcBef>
                <a:spcPts val="0"/>
              </a:spcBef>
              <a:buNone/>
              <a:defRPr sz="1200" b="0" i="0" u="none" strike="noStrike" cap="none">
                <a:solidFill>
                  <a:srgbClr val="949494"/>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E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semiceu.github.io/GeoDCAT-AP/releases/3.1.0/#inspire-and-iso-19115-mapping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semiceu.github.io/GeoDCAT-AP/releases/3.1.0/#overview-of-bindings-for-geodcat-ap-extended" TargetMode="Externa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hyperlink" Target="mailto:berta.carrion@cnig.es" TargetMode="External"/><Relationship Id="rId2" Type="http://schemas.openxmlformats.org/officeDocument/2006/relationships/hyperlink" Target="mailto:paloma.abad@cnig.es" TargetMode="External"/><Relationship Id="rId1" Type="http://schemas.openxmlformats.org/officeDocument/2006/relationships/slideLayout" Target="../slideLayouts/slideLayout2.xml"/><Relationship Id="rId4" Type="http://schemas.openxmlformats.org/officeDocument/2006/relationships/hyperlink" Target="mailto:jordi.escriu@ec.europa.eu"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
          <p:cNvSpPr txBox="1">
            <a:spLocks noGrp="1"/>
          </p:cNvSpPr>
          <p:nvPr>
            <p:ph type="ctrTitle"/>
          </p:nvPr>
        </p:nvSpPr>
        <p:spPr>
          <a:xfrm>
            <a:off x="950867" y="1615382"/>
            <a:ext cx="10290265" cy="2149523"/>
          </a:xfrm>
          <a:prstGeom prst="rect">
            <a:avLst/>
          </a:prstGeom>
          <a:noFill/>
          <a:ln>
            <a:noFill/>
          </a:ln>
        </p:spPr>
        <p:txBody>
          <a:bodyPr spcFirstLastPara="1" wrap="square" lIns="91425" tIns="45700" rIns="91425" bIns="45700" anchor="t" anchorCtr="0">
            <a:noAutofit/>
          </a:bodyPr>
          <a:lstStyle/>
          <a:p>
            <a:r>
              <a:rPr lang="en-GB" sz="5400" b="1" dirty="0"/>
              <a:t>INSPIRE </a:t>
            </a:r>
            <a:r>
              <a:rPr lang="en-GB" sz="5400" b="1" dirty="0" err="1"/>
              <a:t>GeoDCAT</a:t>
            </a:r>
            <a:r>
              <a:rPr lang="en-GB" sz="5400" b="1" dirty="0"/>
              <a:t>-AP Pilot</a:t>
            </a:r>
          </a:p>
        </p:txBody>
      </p:sp>
      <p:sp>
        <p:nvSpPr>
          <p:cNvPr id="121" name="Google Shape;121;p1"/>
          <p:cNvSpPr txBox="1">
            <a:spLocks noGrp="1"/>
          </p:cNvSpPr>
          <p:nvPr>
            <p:ph type="subTitle" idx="1"/>
          </p:nvPr>
        </p:nvSpPr>
        <p:spPr>
          <a:xfrm>
            <a:off x="1117070" y="2928736"/>
            <a:ext cx="9453393" cy="897754"/>
          </a:xfrm>
          <a:prstGeom prst="rect">
            <a:avLst/>
          </a:prstGeom>
          <a:noFill/>
          <a:ln>
            <a:noFill/>
          </a:ln>
        </p:spPr>
        <p:txBody>
          <a:bodyPr spcFirstLastPara="1" wrap="square" lIns="91425" tIns="45700" rIns="91425" bIns="45700" anchor="t" anchorCtr="0">
            <a:noAutofit/>
          </a:bodyPr>
          <a:lstStyle/>
          <a:p>
            <a:pPr>
              <a:buSzPts val="2300"/>
            </a:pPr>
            <a:r>
              <a:rPr lang="en-GB" sz="2400" dirty="0"/>
              <a:t>Analysis of potential metadata information losses </a:t>
            </a:r>
          </a:p>
          <a:p>
            <a:pPr>
              <a:buSzPts val="2300"/>
            </a:pPr>
            <a:r>
              <a:rPr lang="en-GB" sz="2400" dirty="0"/>
              <a:t>in the ISO-to-GeoDCAT-AP transformation </a:t>
            </a:r>
            <a:endParaRPr sz="2400" dirty="0"/>
          </a:p>
        </p:txBody>
      </p:sp>
      <p:sp>
        <p:nvSpPr>
          <p:cNvPr id="122" name="Google Shape;122;p1"/>
          <p:cNvSpPr txBox="1">
            <a:spLocks noGrp="1"/>
          </p:cNvSpPr>
          <p:nvPr>
            <p:ph type="body" idx="2"/>
          </p:nvPr>
        </p:nvSpPr>
        <p:spPr>
          <a:xfrm>
            <a:off x="3348991" y="5384800"/>
            <a:ext cx="8012624" cy="1365191"/>
          </a:xfrm>
          <a:prstGeom prst="rect">
            <a:avLst/>
          </a:prstGeom>
          <a:noFill/>
          <a:ln>
            <a:noFill/>
          </a:ln>
        </p:spPr>
        <p:txBody>
          <a:bodyPr spcFirstLastPara="1" wrap="square" lIns="91425" tIns="45700" rIns="91425" bIns="45700" anchor="t" anchorCtr="0">
            <a:noAutofit/>
          </a:bodyPr>
          <a:lstStyle/>
          <a:p>
            <a:pPr marL="0" lvl="0" indent="0"/>
            <a:r>
              <a:rPr lang="en-GB" b="1" dirty="0">
                <a:solidFill>
                  <a:schemeClr val="accent6">
                    <a:lumMod val="60000"/>
                    <a:lumOff val="40000"/>
                  </a:schemeClr>
                </a:solidFill>
              </a:rPr>
              <a:t>Paloma Abad (Spain) /Jordi Escriu (</a:t>
            </a:r>
            <a:r>
              <a:rPr lang="en-GB" b="1" dirty="0" err="1">
                <a:solidFill>
                  <a:schemeClr val="accent6">
                    <a:lumMod val="60000"/>
                    <a:lumOff val="40000"/>
                  </a:schemeClr>
                </a:solidFill>
              </a:rPr>
              <a:t>JRC</a:t>
            </a:r>
            <a:r>
              <a:rPr lang="en-GB" b="1" dirty="0">
                <a:solidFill>
                  <a:schemeClr val="accent6">
                    <a:lumMod val="60000"/>
                    <a:lumOff val="40000"/>
                  </a:schemeClr>
                </a:solidFill>
              </a:rPr>
              <a:t>)</a:t>
            </a:r>
          </a:p>
          <a:p>
            <a:pPr marL="0" lvl="0" indent="0"/>
            <a:r>
              <a:rPr lang="en-GB" sz="2400" b="1" dirty="0"/>
              <a:t>Pilot Phase 2 - Working Team T-</a:t>
            </a:r>
            <a:r>
              <a:rPr lang="en-GB" sz="2400" b="1" dirty="0" err="1"/>
              <a:t>1B</a:t>
            </a:r>
            <a:r>
              <a:rPr lang="en-GB" sz="2400" b="1" dirty="0"/>
              <a:t> Kick-off meeting</a:t>
            </a:r>
          </a:p>
          <a:p>
            <a:pPr marL="0" lvl="0" indent="0"/>
            <a:r>
              <a:rPr lang="en-GB" dirty="0"/>
              <a:t>February 26, 2026</a:t>
            </a:r>
          </a:p>
          <a:p>
            <a:pPr marL="0" lvl="0" indent="0" algn="r" rtl="0">
              <a:lnSpc>
                <a:spcPct val="100000"/>
              </a:lnSpc>
              <a:spcBef>
                <a:spcPts val="800"/>
              </a:spcBef>
              <a:spcAft>
                <a:spcPts val="0"/>
              </a:spcAft>
              <a:buSzPts val="2200"/>
              <a:buFont typeface="Arial"/>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964053" y="849948"/>
            <a:ext cx="10942906" cy="1004253"/>
          </a:xfrm>
          <a:noFill/>
        </p:spPr>
        <p:txBody>
          <a:bodyPr/>
          <a:lstStyle/>
          <a:p>
            <a:pPr marL="76200" indent="0">
              <a:spcBef>
                <a:spcPts val="600"/>
              </a:spcBef>
              <a:spcAft>
                <a:spcPts val="600"/>
              </a:spcAft>
              <a:buNone/>
            </a:pPr>
            <a:r>
              <a:rPr lang="en-GB" sz="2000" dirty="0">
                <a:solidFill>
                  <a:schemeClr val="tx1">
                    <a:lumMod val="50000"/>
                  </a:schemeClr>
                </a:solidFill>
                <a:latin typeface="Aptos" panose="020B0004020202020204" pitchFamily="34" charset="0"/>
              </a:rPr>
              <a:t>Analyse which are the commonly used ISO 19115 metadata elements which are absent from GeoDCAT- AP 3.1.0. </a:t>
            </a:r>
          </a:p>
          <a:p>
            <a:pPr marL="76200" indent="0">
              <a:spcBef>
                <a:spcPts val="600"/>
              </a:spcBef>
              <a:spcAft>
                <a:spcPts val="600"/>
              </a:spcAft>
              <a:buNone/>
            </a:pPr>
            <a:r>
              <a:rPr lang="en-GB" sz="2000" dirty="0">
                <a:solidFill>
                  <a:schemeClr val="tx1">
                    <a:lumMod val="50000"/>
                  </a:schemeClr>
                </a:solidFill>
                <a:latin typeface="Aptos" panose="020B0004020202020204" pitchFamily="34" charset="0"/>
              </a:rPr>
              <a:t>The work will take into account the mandatory, conditional, and optional elements.</a:t>
            </a:r>
          </a:p>
        </p:txBody>
      </p:sp>
      <p:sp>
        <p:nvSpPr>
          <p:cNvPr id="3" name="Title 2"/>
          <p:cNvSpPr>
            <a:spLocks noGrp="1"/>
          </p:cNvSpPr>
          <p:nvPr>
            <p:ph type="title"/>
          </p:nvPr>
        </p:nvSpPr>
        <p:spPr>
          <a:xfrm>
            <a:off x="964053" y="38418"/>
            <a:ext cx="10263893" cy="811530"/>
          </a:xfrm>
        </p:spPr>
        <p:txBody>
          <a:bodyPr/>
          <a:lstStyle/>
          <a:p>
            <a:r>
              <a:rPr lang="en-GB" sz="2800" b="1" dirty="0"/>
              <a:t>Analysis of potential metadata information losses in the ISO-to-GeoDCAT-AP transformation </a:t>
            </a:r>
          </a:p>
        </p:txBody>
      </p:sp>
      <p:pic>
        <p:nvPicPr>
          <p:cNvPr id="8" name="Imagen 7" descr="Diagrama, Escala de tiempo&#10;&#10;El contenido generado por IA puede ser incorrecto.">
            <a:extLst>
              <a:ext uri="{FF2B5EF4-FFF2-40B4-BE49-F238E27FC236}">
                <a16:creationId xmlns:a16="http://schemas.microsoft.com/office/drawing/2014/main" id="{C50E013C-EA0E-3DCD-627C-C0B1592FDA69}"/>
              </a:ext>
            </a:extLst>
          </p:cNvPr>
          <p:cNvPicPr>
            <a:picLocks noChangeAspect="1"/>
          </p:cNvPicPr>
          <p:nvPr/>
        </p:nvPicPr>
        <p:blipFill>
          <a:blip r:embed="rId2"/>
          <a:stretch>
            <a:fillRect/>
          </a:stretch>
        </p:blipFill>
        <p:spPr>
          <a:xfrm>
            <a:off x="2378979" y="2322033"/>
            <a:ext cx="6269120" cy="4153851"/>
          </a:xfrm>
          <a:prstGeom prst="rect">
            <a:avLst/>
          </a:prstGeom>
        </p:spPr>
      </p:pic>
      <p:sp>
        <p:nvSpPr>
          <p:cNvPr id="10" name="CuadroTexto 9">
            <a:extLst>
              <a:ext uri="{FF2B5EF4-FFF2-40B4-BE49-F238E27FC236}">
                <a16:creationId xmlns:a16="http://schemas.microsoft.com/office/drawing/2014/main" id="{8491FE76-7EA3-E66F-F9C7-753D71F4B551}"/>
              </a:ext>
            </a:extLst>
          </p:cNvPr>
          <p:cNvSpPr txBox="1"/>
          <p:nvPr/>
        </p:nvSpPr>
        <p:spPr>
          <a:xfrm>
            <a:off x="8643386" y="5615214"/>
            <a:ext cx="6097772" cy="307777"/>
          </a:xfrm>
          <a:prstGeom prst="rect">
            <a:avLst/>
          </a:prstGeom>
          <a:noFill/>
        </p:spPr>
        <p:txBody>
          <a:bodyPr wrap="square">
            <a:spAutoFit/>
          </a:bodyPr>
          <a:lstStyle/>
          <a:p>
            <a:r>
              <a:rPr lang="en-GB" sz="1400" dirty="0">
                <a:effectLst/>
                <a:latin typeface="Arial" panose="020B0604020202020204" pitchFamily="34" charset="0"/>
                <a:ea typeface="Times New Roman" panose="02020603050405020304" pitchFamily="18" charset="0"/>
                <a:cs typeface="Times New Roman" panose="02020603050405020304" pitchFamily="18" charset="0"/>
              </a:rPr>
              <a:t>Metadata entity set information</a:t>
            </a:r>
            <a:endParaRPr lang="en-GB" dirty="0"/>
          </a:p>
        </p:txBody>
      </p:sp>
    </p:spTree>
    <p:extLst>
      <p:ext uri="{BB962C8B-B14F-4D97-AF65-F5344CB8AC3E}">
        <p14:creationId xmlns:p14="http://schemas.microsoft.com/office/powerpoint/2010/main" val="40519155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6D935-0D07-F2D2-898A-107B0805499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8F36D59-F636-F470-B9D5-E71FC53B39DD}"/>
              </a:ext>
            </a:extLst>
          </p:cNvPr>
          <p:cNvSpPr/>
          <p:nvPr/>
        </p:nvSpPr>
        <p:spPr>
          <a:xfrm>
            <a:off x="9662160" y="6146800"/>
            <a:ext cx="2244799" cy="5681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 Placeholder 1">
            <a:extLst>
              <a:ext uri="{FF2B5EF4-FFF2-40B4-BE49-F238E27FC236}">
                <a16:creationId xmlns:a16="http://schemas.microsoft.com/office/drawing/2014/main" id="{CC101A55-71CC-9CF0-9608-1070FA716A9B}"/>
              </a:ext>
            </a:extLst>
          </p:cNvPr>
          <p:cNvSpPr>
            <a:spLocks noGrp="1"/>
          </p:cNvSpPr>
          <p:nvPr>
            <p:ph type="body" idx="1"/>
          </p:nvPr>
        </p:nvSpPr>
        <p:spPr>
          <a:xfrm>
            <a:off x="964053" y="849948"/>
            <a:ext cx="10942906" cy="1004253"/>
          </a:xfrm>
          <a:noFill/>
        </p:spPr>
        <p:txBody>
          <a:bodyPr/>
          <a:lstStyle/>
          <a:p>
            <a:pPr marL="76200" indent="0">
              <a:spcBef>
                <a:spcPts val="300"/>
              </a:spcBef>
              <a:spcAft>
                <a:spcPts val="300"/>
              </a:spcAft>
              <a:buNone/>
            </a:pPr>
            <a:r>
              <a:rPr lang="en-GB" sz="2000" noProof="0" dirty="0">
                <a:solidFill>
                  <a:schemeClr val="tx1">
                    <a:lumMod val="50000"/>
                  </a:schemeClr>
                </a:solidFill>
                <a:latin typeface="Aptos" panose="020B0004020202020204" pitchFamily="34" charset="0"/>
              </a:rPr>
              <a:t>The work will consist o</a:t>
            </a:r>
            <a:r>
              <a:rPr lang="en-GB" sz="2000" dirty="0">
                <a:solidFill>
                  <a:schemeClr val="tx1">
                    <a:lumMod val="50000"/>
                  </a:schemeClr>
                </a:solidFill>
                <a:latin typeface="Aptos" panose="020B0004020202020204" pitchFamily="34" charset="0"/>
              </a:rPr>
              <a:t>f</a:t>
            </a:r>
            <a:r>
              <a:rPr lang="en-GB" sz="2000" noProof="0" dirty="0">
                <a:solidFill>
                  <a:schemeClr val="tx1">
                    <a:lumMod val="50000"/>
                  </a:schemeClr>
                </a:solidFill>
                <a:latin typeface="Aptos" panose="020B0004020202020204" pitchFamily="34" charset="0"/>
              </a:rPr>
              <a:t>: </a:t>
            </a:r>
          </a:p>
          <a:p>
            <a:pPr>
              <a:spcAft>
                <a:spcPts val="300"/>
              </a:spcAft>
            </a:pPr>
            <a:r>
              <a:rPr lang="en-GB" sz="2000" noProof="0" dirty="0">
                <a:solidFill>
                  <a:schemeClr val="tx1">
                    <a:lumMod val="50000"/>
                  </a:schemeClr>
                </a:solidFill>
                <a:latin typeface="Aptos" panose="020B0004020202020204" pitchFamily="34" charset="0"/>
              </a:rPr>
              <a:t>Reviewing the 19115 standard.</a:t>
            </a:r>
          </a:p>
          <a:p>
            <a:pPr>
              <a:spcAft>
                <a:spcPts val="300"/>
              </a:spcAft>
            </a:pPr>
            <a:r>
              <a:rPr lang="en-GB" sz="2000" noProof="0" dirty="0">
                <a:solidFill>
                  <a:schemeClr val="tx1">
                    <a:lumMod val="50000"/>
                  </a:schemeClr>
                </a:solidFill>
                <a:latin typeface="Aptos" panose="020B0004020202020204" pitchFamily="34" charset="0"/>
              </a:rPr>
              <a:t>Make suggestions to include in the mapping ISO metadata elements that might be essential and are currently not present in GeoDCAT-AP.</a:t>
            </a:r>
          </a:p>
        </p:txBody>
      </p:sp>
      <p:sp>
        <p:nvSpPr>
          <p:cNvPr id="3" name="Title 2">
            <a:extLst>
              <a:ext uri="{FF2B5EF4-FFF2-40B4-BE49-F238E27FC236}">
                <a16:creationId xmlns:a16="http://schemas.microsoft.com/office/drawing/2014/main" id="{12861323-60CB-A0D6-5174-9B3B9FA2D37A}"/>
              </a:ext>
            </a:extLst>
          </p:cNvPr>
          <p:cNvSpPr>
            <a:spLocks noGrp="1"/>
          </p:cNvSpPr>
          <p:nvPr>
            <p:ph type="title"/>
          </p:nvPr>
        </p:nvSpPr>
        <p:spPr>
          <a:xfrm>
            <a:off x="964053" y="38418"/>
            <a:ext cx="10263893" cy="811530"/>
          </a:xfrm>
        </p:spPr>
        <p:txBody>
          <a:bodyPr/>
          <a:lstStyle/>
          <a:p>
            <a:r>
              <a:rPr lang="en-GB" sz="2800" b="1" dirty="0"/>
              <a:t>Analysis of potential metadata information losses in the ISO-to-GeoDCAT-AP transformation </a:t>
            </a:r>
          </a:p>
        </p:txBody>
      </p:sp>
      <p:graphicFrame>
        <p:nvGraphicFramePr>
          <p:cNvPr id="4" name="Tabla 3">
            <a:extLst>
              <a:ext uri="{FF2B5EF4-FFF2-40B4-BE49-F238E27FC236}">
                <a16:creationId xmlns:a16="http://schemas.microsoft.com/office/drawing/2014/main" id="{86A35E1D-D6AE-CBF7-4F56-7D4B13E9D43B}"/>
              </a:ext>
            </a:extLst>
          </p:cNvPr>
          <p:cNvGraphicFramePr>
            <a:graphicFrameLocks noGrp="1"/>
          </p:cNvGraphicFramePr>
          <p:nvPr>
            <p:extLst>
              <p:ext uri="{D42A27DB-BD31-4B8C-83A1-F6EECF244321}">
                <p14:modId xmlns:p14="http://schemas.microsoft.com/office/powerpoint/2010/main" val="1984039745"/>
              </p:ext>
            </p:extLst>
          </p:nvPr>
        </p:nvGraphicFramePr>
        <p:xfrm>
          <a:off x="1312862" y="2280356"/>
          <a:ext cx="9328468" cy="4149090"/>
        </p:xfrm>
        <a:graphic>
          <a:graphicData uri="http://schemas.openxmlformats.org/drawingml/2006/table">
            <a:tbl>
              <a:tblPr>
                <a:tableStyleId>{B301B821-A1FF-4177-AEE7-76D212191A09}</a:tableStyleId>
              </a:tblPr>
              <a:tblGrid>
                <a:gridCol w="4664234">
                  <a:extLst>
                    <a:ext uri="{9D8B030D-6E8A-4147-A177-3AD203B41FA5}">
                      <a16:colId xmlns:a16="http://schemas.microsoft.com/office/drawing/2014/main" val="329916657"/>
                    </a:ext>
                  </a:extLst>
                </a:gridCol>
                <a:gridCol w="4664234">
                  <a:extLst>
                    <a:ext uri="{9D8B030D-6E8A-4147-A177-3AD203B41FA5}">
                      <a16:colId xmlns:a16="http://schemas.microsoft.com/office/drawing/2014/main" val="1204691975"/>
                    </a:ext>
                  </a:extLst>
                </a:gridCol>
              </a:tblGrid>
              <a:tr h="275209">
                <a:tc>
                  <a:txBody>
                    <a:bodyPr/>
                    <a:lstStyle/>
                    <a:p>
                      <a:pPr>
                        <a:buNone/>
                      </a:pPr>
                      <a:r>
                        <a:rPr lang="en-GB" sz="1800" dirty="0" err="1">
                          <a:effectLst/>
                        </a:rPr>
                        <a:t>MD_Metadata</a:t>
                      </a:r>
                      <a:endParaRPr lang="en-GB"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buNone/>
                      </a:pPr>
                      <a:r>
                        <a:rPr lang="en-GB" sz="1800">
                          <a:effectLst/>
                        </a:rPr>
                        <a:t>Metadata entity set information</a:t>
                      </a:r>
                      <a:endParaRPr lang="en-GB"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2484379048"/>
                  </a:ext>
                </a:extLst>
              </a:tr>
              <a:tr h="275209">
                <a:tc>
                  <a:txBody>
                    <a:bodyPr/>
                    <a:lstStyle/>
                    <a:p>
                      <a:pPr>
                        <a:buNone/>
                      </a:pPr>
                      <a:r>
                        <a:rPr lang="en-GB" sz="1800">
                          <a:effectLst/>
                        </a:rPr>
                        <a:t>MD_Identification</a:t>
                      </a:r>
                      <a:endParaRPr lang="en-GB"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buNone/>
                      </a:pPr>
                      <a:r>
                        <a:rPr lang="en-GB" sz="1800">
                          <a:effectLst/>
                        </a:rPr>
                        <a:t>Identification information</a:t>
                      </a:r>
                      <a:endParaRPr lang="en-GB"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646230864"/>
                  </a:ext>
                </a:extLst>
              </a:tr>
              <a:tr h="275209">
                <a:tc>
                  <a:txBody>
                    <a:bodyPr/>
                    <a:lstStyle/>
                    <a:p>
                      <a:pPr>
                        <a:buNone/>
                      </a:pPr>
                      <a:r>
                        <a:rPr lang="en-GB" sz="1800">
                          <a:effectLst/>
                        </a:rPr>
                        <a:t>MD_Constraints</a:t>
                      </a:r>
                      <a:endParaRPr lang="en-GB"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buNone/>
                      </a:pPr>
                      <a:r>
                        <a:rPr lang="en-GB" sz="1800">
                          <a:effectLst/>
                        </a:rPr>
                        <a:t>Constraint information</a:t>
                      </a:r>
                      <a:endParaRPr lang="en-GB"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3667195658"/>
                  </a:ext>
                </a:extLst>
              </a:tr>
              <a:tr h="275209">
                <a:tc>
                  <a:txBody>
                    <a:bodyPr/>
                    <a:lstStyle/>
                    <a:p>
                      <a:pPr>
                        <a:buNone/>
                      </a:pPr>
                      <a:r>
                        <a:rPr lang="en-GB" sz="1800" dirty="0" err="1">
                          <a:effectLst/>
                        </a:rPr>
                        <a:t>DQ_DataQuality</a:t>
                      </a:r>
                      <a:endParaRPr lang="en-GB"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buNone/>
                      </a:pPr>
                      <a:r>
                        <a:rPr lang="en-GB" sz="1800">
                          <a:effectLst/>
                        </a:rPr>
                        <a:t>Data quality information</a:t>
                      </a:r>
                      <a:endParaRPr lang="en-GB"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4222897031"/>
                  </a:ext>
                </a:extLst>
              </a:tr>
              <a:tr h="275209">
                <a:tc>
                  <a:txBody>
                    <a:bodyPr/>
                    <a:lstStyle/>
                    <a:p>
                      <a:pPr>
                        <a:buNone/>
                      </a:pPr>
                      <a:r>
                        <a:rPr lang="en-GB" sz="1800">
                          <a:effectLst/>
                        </a:rPr>
                        <a:t>MD_MaintenanceInformation</a:t>
                      </a:r>
                      <a:endParaRPr lang="en-GB"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buNone/>
                      </a:pPr>
                      <a:r>
                        <a:rPr lang="en-GB" sz="1800">
                          <a:effectLst/>
                        </a:rPr>
                        <a:t>Maintenance information</a:t>
                      </a:r>
                      <a:endParaRPr lang="en-GB"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974655815"/>
                  </a:ext>
                </a:extLst>
              </a:tr>
              <a:tr h="275209">
                <a:tc>
                  <a:txBody>
                    <a:bodyPr/>
                    <a:lstStyle/>
                    <a:p>
                      <a:pPr>
                        <a:buNone/>
                      </a:pPr>
                      <a:r>
                        <a:rPr lang="en-GB" sz="1800">
                          <a:effectLst/>
                        </a:rPr>
                        <a:t>MD_SpatialRepresentation</a:t>
                      </a:r>
                      <a:endParaRPr lang="en-GB"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buNone/>
                      </a:pPr>
                      <a:r>
                        <a:rPr lang="en-GB" sz="1800">
                          <a:effectLst/>
                        </a:rPr>
                        <a:t>Spatial representation information</a:t>
                      </a:r>
                      <a:endParaRPr lang="en-GB"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4023857720"/>
                  </a:ext>
                </a:extLst>
              </a:tr>
              <a:tr h="275209">
                <a:tc>
                  <a:txBody>
                    <a:bodyPr/>
                    <a:lstStyle/>
                    <a:p>
                      <a:pPr>
                        <a:buNone/>
                      </a:pPr>
                      <a:r>
                        <a:rPr lang="en-GB" sz="1800" dirty="0" err="1">
                          <a:effectLst/>
                        </a:rPr>
                        <a:t>MD_ReferenceSystem</a:t>
                      </a:r>
                      <a:endParaRPr lang="en-GB"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buNone/>
                      </a:pPr>
                      <a:r>
                        <a:rPr lang="en-GB" sz="1800">
                          <a:effectLst/>
                        </a:rPr>
                        <a:t>Reference system information</a:t>
                      </a:r>
                      <a:endParaRPr lang="en-GB"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581148266"/>
                  </a:ext>
                </a:extLst>
              </a:tr>
              <a:tr h="275209">
                <a:tc>
                  <a:txBody>
                    <a:bodyPr/>
                    <a:lstStyle/>
                    <a:p>
                      <a:pPr>
                        <a:buNone/>
                      </a:pPr>
                      <a:r>
                        <a:rPr lang="en-GB" sz="1800">
                          <a:effectLst/>
                        </a:rPr>
                        <a:t>MD_ContentInformation</a:t>
                      </a:r>
                      <a:endParaRPr lang="en-GB"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buNone/>
                      </a:pPr>
                      <a:r>
                        <a:rPr lang="en-GB" sz="1800">
                          <a:effectLst/>
                        </a:rPr>
                        <a:t>Content information</a:t>
                      </a:r>
                      <a:endParaRPr lang="en-GB"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366577779"/>
                  </a:ext>
                </a:extLst>
              </a:tr>
              <a:tr h="275209">
                <a:tc>
                  <a:txBody>
                    <a:bodyPr/>
                    <a:lstStyle/>
                    <a:p>
                      <a:pPr>
                        <a:buNone/>
                      </a:pPr>
                      <a:r>
                        <a:rPr lang="en-GB" sz="1800">
                          <a:effectLst/>
                        </a:rPr>
                        <a:t>MD_PortrayalCatalogueReference</a:t>
                      </a:r>
                      <a:endParaRPr lang="en-GB"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buNone/>
                      </a:pPr>
                      <a:r>
                        <a:rPr lang="en-GB" sz="1800" dirty="0">
                          <a:effectLst/>
                        </a:rPr>
                        <a:t>Portrayal catalogue information</a:t>
                      </a:r>
                      <a:endParaRPr lang="en-GB"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794891275"/>
                  </a:ext>
                </a:extLst>
              </a:tr>
              <a:tr h="275209">
                <a:tc>
                  <a:txBody>
                    <a:bodyPr/>
                    <a:lstStyle/>
                    <a:p>
                      <a:pPr>
                        <a:buNone/>
                      </a:pPr>
                      <a:r>
                        <a:rPr lang="en-GB" sz="1800">
                          <a:effectLst/>
                        </a:rPr>
                        <a:t>MD_Distribution</a:t>
                      </a:r>
                      <a:endParaRPr lang="en-GB"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buNone/>
                      </a:pPr>
                      <a:r>
                        <a:rPr lang="en-GB" sz="1800">
                          <a:effectLst/>
                        </a:rPr>
                        <a:t>Distribution information</a:t>
                      </a:r>
                      <a:endParaRPr lang="en-GB"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3627040645"/>
                  </a:ext>
                </a:extLst>
              </a:tr>
              <a:tr h="275209">
                <a:tc>
                  <a:txBody>
                    <a:bodyPr/>
                    <a:lstStyle/>
                    <a:p>
                      <a:pPr>
                        <a:buNone/>
                      </a:pPr>
                      <a:r>
                        <a:rPr lang="en-GB" sz="1800">
                          <a:effectLst/>
                        </a:rPr>
                        <a:t>MD_MetadataExtensionInformation</a:t>
                      </a:r>
                      <a:endParaRPr lang="en-GB"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buNone/>
                      </a:pPr>
                      <a:r>
                        <a:rPr lang="en-GB" sz="1800">
                          <a:effectLst/>
                        </a:rPr>
                        <a:t>Metadata extension information</a:t>
                      </a:r>
                      <a:endParaRPr lang="en-GB"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181125329"/>
                  </a:ext>
                </a:extLst>
              </a:tr>
              <a:tr h="275209">
                <a:tc>
                  <a:txBody>
                    <a:bodyPr/>
                    <a:lstStyle/>
                    <a:p>
                      <a:pPr>
                        <a:buNone/>
                      </a:pPr>
                      <a:r>
                        <a:rPr lang="en-GB" sz="1800">
                          <a:effectLst/>
                        </a:rPr>
                        <a:t>MD_ApplicationSchemaInformation</a:t>
                      </a:r>
                      <a:endParaRPr lang="en-GB"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buNone/>
                      </a:pPr>
                      <a:r>
                        <a:rPr lang="en-GB" sz="1800">
                          <a:effectLst/>
                        </a:rPr>
                        <a:t>Application schema information</a:t>
                      </a:r>
                      <a:endParaRPr lang="en-GB"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2394030977"/>
                  </a:ext>
                </a:extLst>
              </a:tr>
              <a:tr h="297942">
                <a:tc>
                  <a:txBody>
                    <a:bodyPr/>
                    <a:lstStyle/>
                    <a:p>
                      <a:pPr>
                        <a:buNone/>
                      </a:pPr>
                      <a:r>
                        <a:rPr lang="en-GB" sz="1800">
                          <a:effectLst/>
                        </a:rPr>
                        <a:t>EX_Extent</a:t>
                      </a:r>
                      <a:endParaRPr lang="en-GB"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buNone/>
                      </a:pPr>
                      <a:r>
                        <a:rPr lang="en-GB" sz="1800">
                          <a:effectLst/>
                        </a:rPr>
                        <a:t>Extent information</a:t>
                      </a:r>
                      <a:endParaRPr lang="en-GB"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897001871"/>
                  </a:ext>
                </a:extLst>
              </a:tr>
              <a:tr h="440333">
                <a:tc>
                  <a:txBody>
                    <a:bodyPr/>
                    <a:lstStyle/>
                    <a:p>
                      <a:pPr>
                        <a:buNone/>
                      </a:pPr>
                      <a:r>
                        <a:rPr lang="en-GB" sz="1800" dirty="0" err="1">
                          <a:effectLst/>
                        </a:rPr>
                        <a:t>CI_Citation</a:t>
                      </a:r>
                      <a:endParaRPr lang="en-GB" sz="1800" dirty="0">
                        <a:effectLst/>
                      </a:endParaRPr>
                    </a:p>
                    <a:p>
                      <a:pPr>
                        <a:buNone/>
                      </a:pPr>
                      <a:r>
                        <a:rPr lang="en-GB" sz="1800" dirty="0" err="1">
                          <a:effectLst/>
                        </a:rPr>
                        <a:t>CI_ResponsibleParty</a:t>
                      </a:r>
                      <a:endParaRPr lang="en-GB"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buNone/>
                      </a:pPr>
                      <a:r>
                        <a:rPr lang="en-GB" sz="1800" dirty="0">
                          <a:effectLst/>
                        </a:rPr>
                        <a:t>Citation and responsible party information</a:t>
                      </a:r>
                      <a:endParaRPr lang="en-GB"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041684950"/>
                  </a:ext>
                </a:extLst>
              </a:tr>
            </a:tbl>
          </a:graphicData>
        </a:graphic>
      </p:graphicFrame>
      <p:sp>
        <p:nvSpPr>
          <p:cNvPr id="6" name="CuadroTexto 5">
            <a:extLst>
              <a:ext uri="{FF2B5EF4-FFF2-40B4-BE49-F238E27FC236}">
                <a16:creationId xmlns:a16="http://schemas.microsoft.com/office/drawing/2014/main" id="{24431FE4-E2DA-89DF-A0DE-237D4A169C62}"/>
              </a:ext>
            </a:extLst>
          </p:cNvPr>
          <p:cNvSpPr txBox="1"/>
          <p:nvPr/>
        </p:nvSpPr>
        <p:spPr>
          <a:xfrm>
            <a:off x="5158423" y="6452306"/>
            <a:ext cx="1637347" cy="307777"/>
          </a:xfrm>
          <a:prstGeom prst="rect">
            <a:avLst/>
          </a:prstGeom>
          <a:noFill/>
        </p:spPr>
        <p:txBody>
          <a:bodyPr wrap="square">
            <a:spAutoFit/>
          </a:bodyPr>
          <a:lstStyle/>
          <a:p>
            <a:r>
              <a:rPr lang="en-GB" dirty="0">
                <a:latin typeface="Arial" panose="020B0604020202020204" pitchFamily="34" charset="0"/>
                <a:ea typeface="Times New Roman" panose="02020603050405020304" pitchFamily="18" charset="0"/>
                <a:cs typeface="Times New Roman" panose="02020603050405020304" pitchFamily="18" charset="0"/>
              </a:rPr>
              <a:t>M</a:t>
            </a:r>
            <a:r>
              <a:rPr lang="en-GB" sz="1400" dirty="0">
                <a:effectLst/>
                <a:latin typeface="Arial" panose="020B0604020202020204" pitchFamily="34" charset="0"/>
                <a:ea typeface="Times New Roman" panose="02020603050405020304" pitchFamily="18" charset="0"/>
                <a:cs typeface="Times New Roman" panose="02020603050405020304" pitchFamily="18" charset="0"/>
              </a:rPr>
              <a:t>etadata entities</a:t>
            </a:r>
            <a:endParaRPr lang="en-GB" dirty="0"/>
          </a:p>
        </p:txBody>
      </p:sp>
    </p:spTree>
    <p:extLst>
      <p:ext uri="{BB962C8B-B14F-4D97-AF65-F5344CB8AC3E}">
        <p14:creationId xmlns:p14="http://schemas.microsoft.com/office/powerpoint/2010/main" val="2518028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680EE-4284-CF22-09F7-ED32C8E9D75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B6EDC5F-CFF6-9D11-27CD-E6B1806BE252}"/>
              </a:ext>
            </a:extLst>
          </p:cNvPr>
          <p:cNvSpPr>
            <a:spLocks noGrp="1"/>
          </p:cNvSpPr>
          <p:nvPr>
            <p:ph type="body" idx="1"/>
          </p:nvPr>
        </p:nvSpPr>
        <p:spPr>
          <a:xfrm>
            <a:off x="784274" y="218757"/>
            <a:ext cx="10942906" cy="558483"/>
          </a:xfrm>
          <a:noFill/>
        </p:spPr>
        <p:txBody>
          <a:bodyPr/>
          <a:lstStyle/>
          <a:p>
            <a:pPr marL="76200" indent="0">
              <a:buNone/>
            </a:pPr>
            <a:r>
              <a:rPr lang="en-GB" b="1" dirty="0"/>
              <a:t>Identification information (</a:t>
            </a:r>
            <a:r>
              <a:rPr lang="en-GB" b="1" dirty="0" err="1"/>
              <a:t>MD_Identification</a:t>
            </a:r>
            <a:r>
              <a:rPr lang="en-GB" b="1" dirty="0"/>
              <a:t>)</a:t>
            </a:r>
          </a:p>
          <a:p>
            <a:pPr marL="76200" indent="0" algn="just">
              <a:buNone/>
            </a:pPr>
            <a:endParaRPr lang="en-GB" sz="2000" dirty="0"/>
          </a:p>
          <a:p>
            <a:pPr marL="76200" indent="0" algn="just">
              <a:buNone/>
            </a:pPr>
            <a:r>
              <a:rPr lang="en-GB" sz="2000" b="1" dirty="0" err="1">
                <a:solidFill>
                  <a:schemeClr val="bg2">
                    <a:lumMod val="50000"/>
                  </a:schemeClr>
                </a:solidFill>
              </a:rPr>
              <a:t>MD_DataIdentification</a:t>
            </a:r>
            <a:endParaRPr lang="en-GB" sz="2000" b="1" dirty="0">
              <a:solidFill>
                <a:schemeClr val="bg2">
                  <a:lumMod val="50000"/>
                </a:schemeClr>
              </a:solidFill>
            </a:endParaRPr>
          </a:p>
          <a:p>
            <a:pPr marL="76200" indent="0" algn="just">
              <a:spcBef>
                <a:spcPts val="600"/>
              </a:spcBef>
              <a:buNone/>
            </a:pPr>
            <a:r>
              <a:rPr lang="en-GB" sz="2000" dirty="0">
                <a:latin typeface="Aptos" panose="020B0004020202020204" pitchFamily="34" charset="0"/>
              </a:rPr>
              <a:t>It contains information to uniquely identify the data. Particularly, it includes information about the citation for the resource, an abstract, the purpose, the credits, the status and points of contact.</a:t>
            </a:r>
          </a:p>
          <a:p>
            <a:pPr marL="76200" indent="0" algn="just">
              <a:spcBef>
                <a:spcPts val="600"/>
              </a:spcBef>
              <a:buNone/>
            </a:pPr>
            <a:r>
              <a:rPr lang="en-GB" sz="2000" dirty="0">
                <a:latin typeface="Aptos" panose="020B0004020202020204" pitchFamily="34" charset="0"/>
              </a:rPr>
              <a:t>The MD_Identification entity is mandatory.</a:t>
            </a:r>
            <a:endParaRPr lang="en-GB" sz="2000" dirty="0">
              <a:solidFill>
                <a:schemeClr val="tx1">
                  <a:lumMod val="50000"/>
                </a:schemeClr>
              </a:solidFill>
              <a:latin typeface="Aptos" panose="020B0004020202020204" pitchFamily="34" charset="0"/>
            </a:endParaRPr>
          </a:p>
        </p:txBody>
      </p:sp>
      <p:graphicFrame>
        <p:nvGraphicFramePr>
          <p:cNvPr id="4" name="Tabla 3">
            <a:extLst>
              <a:ext uri="{FF2B5EF4-FFF2-40B4-BE49-F238E27FC236}">
                <a16:creationId xmlns:a16="http://schemas.microsoft.com/office/drawing/2014/main" id="{9458D6B9-3156-A14B-3F1C-15BA9A47E4E3}"/>
              </a:ext>
            </a:extLst>
          </p:cNvPr>
          <p:cNvGraphicFramePr>
            <a:graphicFrameLocks noGrp="1"/>
          </p:cNvGraphicFramePr>
          <p:nvPr>
            <p:extLst>
              <p:ext uri="{D42A27DB-BD31-4B8C-83A1-F6EECF244321}">
                <p14:modId xmlns:p14="http://schemas.microsoft.com/office/powerpoint/2010/main" val="2296120694"/>
              </p:ext>
            </p:extLst>
          </p:nvPr>
        </p:nvGraphicFramePr>
        <p:xfrm>
          <a:off x="995582" y="2477631"/>
          <a:ext cx="9995094" cy="2667381"/>
        </p:xfrm>
        <a:graphic>
          <a:graphicData uri="http://schemas.openxmlformats.org/drawingml/2006/table">
            <a:tbl>
              <a:tblPr>
                <a:tableStyleId>{B301B821-A1FF-4177-AEE7-76D212191A09}</a:tableStyleId>
              </a:tblPr>
              <a:tblGrid>
                <a:gridCol w="9995094">
                  <a:extLst>
                    <a:ext uri="{9D8B030D-6E8A-4147-A177-3AD203B41FA5}">
                      <a16:colId xmlns:a16="http://schemas.microsoft.com/office/drawing/2014/main" val="329916657"/>
                    </a:ext>
                  </a:extLst>
                </a:gridCol>
              </a:tblGrid>
              <a:tr h="2667381">
                <a:tc>
                  <a:txBody>
                    <a:bodyPr/>
                    <a:lstStyle/>
                    <a:p>
                      <a:pPr marL="285750" indent="-285750">
                        <a:buFont typeface="Arial" panose="020B0604020202020204" pitchFamily="34" charset="0"/>
                        <a:buChar char="•"/>
                      </a:pPr>
                      <a:r>
                        <a:rPr lang="en-GB" sz="1800" b="1" i="0" u="none" strike="noStrike" cap="none" baseline="0" dirty="0" err="1">
                          <a:solidFill>
                            <a:schemeClr val="dk1"/>
                          </a:solidFill>
                          <a:latin typeface="+mn-lt"/>
                          <a:ea typeface="+mn-ea"/>
                          <a:cs typeface="+mn-cs"/>
                          <a:sym typeface="Arial"/>
                        </a:rPr>
                        <a:t>MD_Format</a:t>
                      </a:r>
                      <a:r>
                        <a:rPr lang="en-GB" sz="1800" b="1" i="0" u="none" strike="noStrike" cap="none" baseline="0" dirty="0">
                          <a:solidFill>
                            <a:schemeClr val="dk1"/>
                          </a:solidFill>
                          <a:latin typeface="+mn-lt"/>
                          <a:ea typeface="+mn-ea"/>
                          <a:cs typeface="+mn-cs"/>
                          <a:sym typeface="Arial"/>
                        </a:rPr>
                        <a:t>, </a:t>
                      </a:r>
                      <a:r>
                        <a:rPr lang="en-GB" sz="1800" b="0" i="0" u="none" strike="noStrike" cap="none" baseline="0" dirty="0">
                          <a:solidFill>
                            <a:schemeClr val="dk1"/>
                          </a:solidFill>
                          <a:latin typeface="+mn-lt"/>
                          <a:ea typeface="+mn-ea"/>
                          <a:cs typeface="+mn-cs"/>
                          <a:sym typeface="Arial"/>
                        </a:rPr>
                        <a:t>format of the data</a:t>
                      </a:r>
                    </a:p>
                    <a:p>
                      <a:pPr marL="285750" indent="-285750">
                        <a:buFont typeface="Arial" panose="020B0604020202020204" pitchFamily="34" charset="0"/>
                        <a:buChar char="•"/>
                      </a:pPr>
                      <a:r>
                        <a:rPr lang="en-GB" sz="1800" b="1" i="0" u="none" strike="noStrike" cap="none" baseline="0" dirty="0" err="1">
                          <a:solidFill>
                            <a:schemeClr val="dk1"/>
                          </a:solidFill>
                          <a:latin typeface="+mn-lt"/>
                          <a:ea typeface="+mn-ea"/>
                          <a:cs typeface="+mn-cs"/>
                          <a:sym typeface="Arial"/>
                        </a:rPr>
                        <a:t>MD_BrowseGraphic</a:t>
                      </a:r>
                      <a:r>
                        <a:rPr lang="en-GB" sz="1800" b="0" i="0" u="none" strike="noStrike" cap="none" baseline="0" dirty="0">
                          <a:solidFill>
                            <a:schemeClr val="dk1"/>
                          </a:solidFill>
                          <a:latin typeface="+mn-lt"/>
                          <a:ea typeface="+mn-ea"/>
                          <a:cs typeface="+mn-cs"/>
                          <a:sym typeface="Arial"/>
                        </a:rPr>
                        <a:t>, graphic overview of the data</a:t>
                      </a:r>
                    </a:p>
                    <a:p>
                      <a:pPr marL="285750" indent="-285750">
                        <a:buFont typeface="Arial" panose="020B0604020202020204" pitchFamily="34" charset="0"/>
                        <a:buChar char="•"/>
                      </a:pPr>
                      <a:r>
                        <a:rPr lang="en-GB" sz="1800" b="1" i="0" u="none" strike="noStrike" cap="none" baseline="0" dirty="0" err="1">
                          <a:solidFill>
                            <a:schemeClr val="dk1"/>
                          </a:solidFill>
                          <a:latin typeface="+mn-lt"/>
                          <a:ea typeface="+mn-ea"/>
                          <a:cs typeface="+mn-cs"/>
                          <a:sym typeface="Arial"/>
                        </a:rPr>
                        <a:t>MD_Usage</a:t>
                      </a:r>
                      <a:r>
                        <a:rPr lang="en-GB" sz="1800" b="1" i="0" u="none" strike="noStrike" cap="none" baseline="0" dirty="0">
                          <a:solidFill>
                            <a:schemeClr val="dk1"/>
                          </a:solidFill>
                          <a:latin typeface="+mn-lt"/>
                          <a:ea typeface="+mn-ea"/>
                          <a:cs typeface="+mn-cs"/>
                          <a:sym typeface="Arial"/>
                        </a:rPr>
                        <a:t>, </a:t>
                      </a:r>
                      <a:r>
                        <a:rPr lang="en-GB" sz="1800" b="0" i="0" u="none" strike="noStrike" cap="none" baseline="0" dirty="0">
                          <a:solidFill>
                            <a:schemeClr val="dk1"/>
                          </a:solidFill>
                          <a:latin typeface="+mn-lt"/>
                          <a:ea typeface="+mn-ea"/>
                          <a:cs typeface="+mn-cs"/>
                          <a:sym typeface="Arial"/>
                        </a:rPr>
                        <a:t>specific uses of the data</a:t>
                      </a:r>
                    </a:p>
                    <a:p>
                      <a:pPr marL="285750" indent="-285750">
                        <a:buFont typeface="Arial" panose="020B0604020202020204" pitchFamily="34" charset="0"/>
                        <a:buChar char="•"/>
                      </a:pPr>
                      <a:r>
                        <a:rPr lang="en-GB" sz="1800" b="1" i="0" u="none" strike="noStrike" cap="none" baseline="0" dirty="0" err="1">
                          <a:solidFill>
                            <a:schemeClr val="dk1"/>
                          </a:solidFill>
                          <a:latin typeface="+mn-lt"/>
                          <a:ea typeface="+mn-ea"/>
                          <a:cs typeface="+mn-cs"/>
                          <a:sym typeface="Arial"/>
                        </a:rPr>
                        <a:t>MD_Constraints</a:t>
                      </a:r>
                      <a:r>
                        <a:rPr lang="en-GB" sz="1800" b="1" i="0" u="none" strike="noStrike" cap="none" baseline="0" dirty="0">
                          <a:solidFill>
                            <a:schemeClr val="dk1"/>
                          </a:solidFill>
                          <a:latin typeface="+mn-lt"/>
                          <a:ea typeface="+mn-ea"/>
                          <a:cs typeface="+mn-cs"/>
                          <a:sym typeface="Arial"/>
                        </a:rPr>
                        <a:t>, </a:t>
                      </a:r>
                      <a:r>
                        <a:rPr lang="en-GB" sz="1800" b="0" i="0" u="none" strike="noStrike" cap="none" baseline="0" dirty="0">
                          <a:solidFill>
                            <a:schemeClr val="dk1"/>
                          </a:solidFill>
                          <a:latin typeface="+mn-lt"/>
                          <a:ea typeface="+mn-ea"/>
                          <a:cs typeface="+mn-cs"/>
                          <a:sym typeface="Arial"/>
                        </a:rPr>
                        <a:t>constraints placed on the resource</a:t>
                      </a:r>
                    </a:p>
                    <a:p>
                      <a:pPr marL="285750" indent="-285750">
                        <a:buFont typeface="Arial" panose="020B0604020202020204" pitchFamily="34" charset="0"/>
                        <a:buChar char="•"/>
                      </a:pPr>
                      <a:r>
                        <a:rPr lang="en-GB" sz="1800" b="1" i="0" u="none" strike="noStrike" cap="none" baseline="0" dirty="0" err="1">
                          <a:solidFill>
                            <a:schemeClr val="dk1"/>
                          </a:solidFill>
                          <a:latin typeface="+mn-lt"/>
                          <a:ea typeface="+mn-ea"/>
                          <a:cs typeface="+mn-cs"/>
                          <a:sym typeface="Arial"/>
                        </a:rPr>
                        <a:t>MD_Keywords</a:t>
                      </a:r>
                      <a:r>
                        <a:rPr lang="en-GB" sz="1800" b="0" i="0" u="none" strike="noStrike" cap="none" baseline="0" dirty="0">
                          <a:solidFill>
                            <a:schemeClr val="dk1"/>
                          </a:solidFill>
                          <a:latin typeface="+mn-lt"/>
                          <a:ea typeface="+mn-ea"/>
                          <a:cs typeface="+mn-cs"/>
                          <a:sym typeface="Arial"/>
                        </a:rPr>
                        <a:t>, keywords describing the resource</a:t>
                      </a:r>
                    </a:p>
                    <a:p>
                      <a:pPr marL="285750" indent="-285750">
                        <a:buFont typeface="Arial" panose="020B0604020202020204" pitchFamily="34" charset="0"/>
                        <a:buChar char="•"/>
                      </a:pPr>
                      <a:r>
                        <a:rPr lang="en-GB" sz="1800" b="1" i="0" u="none" strike="noStrike" cap="none" baseline="0" dirty="0" err="1">
                          <a:solidFill>
                            <a:schemeClr val="dk1"/>
                          </a:solidFill>
                          <a:latin typeface="+mn-lt"/>
                          <a:ea typeface="+mn-ea"/>
                          <a:cs typeface="+mn-cs"/>
                          <a:sym typeface="Arial"/>
                        </a:rPr>
                        <a:t>MD_MaintenanceInformation</a:t>
                      </a:r>
                      <a:r>
                        <a:rPr lang="en-GB" sz="1800" b="1" i="0" u="none" strike="noStrike" cap="none" baseline="0" dirty="0">
                          <a:solidFill>
                            <a:schemeClr val="dk1"/>
                          </a:solidFill>
                          <a:latin typeface="+mn-lt"/>
                          <a:ea typeface="+mn-ea"/>
                          <a:cs typeface="+mn-cs"/>
                          <a:sym typeface="Arial"/>
                        </a:rPr>
                        <a:t>, </a:t>
                      </a:r>
                      <a:r>
                        <a:rPr lang="en-GB" sz="1800" b="0" i="0" u="none" strike="noStrike" cap="none" baseline="0" dirty="0">
                          <a:solidFill>
                            <a:schemeClr val="dk1"/>
                          </a:solidFill>
                          <a:latin typeface="+mn-lt"/>
                          <a:ea typeface="+mn-ea"/>
                          <a:cs typeface="+mn-cs"/>
                          <a:sym typeface="Arial"/>
                        </a:rPr>
                        <a:t>how often the data is scheduled to be updated and the scope of the update</a:t>
                      </a:r>
                    </a:p>
                    <a:p>
                      <a:pPr marL="285750" indent="-285750">
                        <a:buFont typeface="Arial" panose="020B0604020202020204" pitchFamily="34" charset="0"/>
                        <a:buChar char="•"/>
                      </a:pPr>
                      <a:r>
                        <a:rPr lang="en-GB" sz="1800" b="1" i="0" u="none" strike="noStrike" cap="none" baseline="0" dirty="0" err="1">
                          <a:solidFill>
                            <a:schemeClr val="dk1"/>
                          </a:solidFill>
                          <a:latin typeface="+mn-lt"/>
                          <a:ea typeface="+mn-ea"/>
                          <a:cs typeface="+mn-cs"/>
                          <a:sym typeface="Arial"/>
                        </a:rPr>
                        <a:t>MD_AggregateInformation</a:t>
                      </a:r>
                      <a:r>
                        <a:rPr lang="en-GB" sz="1800" b="1" i="0" u="none" strike="noStrike" cap="none" baseline="0" dirty="0">
                          <a:solidFill>
                            <a:schemeClr val="dk1"/>
                          </a:solidFill>
                          <a:latin typeface="+mn-lt"/>
                          <a:ea typeface="+mn-ea"/>
                          <a:cs typeface="+mn-cs"/>
                          <a:sym typeface="Arial"/>
                        </a:rPr>
                        <a:t>, </a:t>
                      </a:r>
                      <a:r>
                        <a:rPr lang="en-GB" sz="1800" b="0" i="0" u="none" strike="noStrike" cap="none" baseline="0" dirty="0">
                          <a:solidFill>
                            <a:schemeClr val="dk1"/>
                          </a:solidFill>
                          <a:latin typeface="+mn-lt"/>
                          <a:ea typeface="+mn-ea"/>
                          <a:cs typeface="+mn-cs"/>
                          <a:sym typeface="Arial"/>
                        </a:rPr>
                        <a:t>information about datasets that are aggregate parts of the dataset that the metadata describes</a:t>
                      </a:r>
                      <a:endParaRPr lang="en-GB" sz="24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2484379048"/>
                  </a:ext>
                </a:extLst>
              </a:tr>
            </a:tbl>
          </a:graphicData>
        </a:graphic>
      </p:graphicFrame>
      <p:sp>
        <p:nvSpPr>
          <p:cNvPr id="6" name="CuadroTexto 5">
            <a:extLst>
              <a:ext uri="{FF2B5EF4-FFF2-40B4-BE49-F238E27FC236}">
                <a16:creationId xmlns:a16="http://schemas.microsoft.com/office/drawing/2014/main" id="{40064EC7-E2DD-00DA-644C-2FB8995751AD}"/>
              </a:ext>
            </a:extLst>
          </p:cNvPr>
          <p:cNvSpPr txBox="1"/>
          <p:nvPr/>
        </p:nvSpPr>
        <p:spPr>
          <a:xfrm>
            <a:off x="4843463" y="6183630"/>
            <a:ext cx="1637347" cy="307777"/>
          </a:xfrm>
          <a:prstGeom prst="rect">
            <a:avLst/>
          </a:prstGeom>
          <a:noFill/>
        </p:spPr>
        <p:txBody>
          <a:bodyPr wrap="square">
            <a:spAutoFit/>
          </a:bodyPr>
          <a:lstStyle/>
          <a:p>
            <a:r>
              <a:rPr lang="en-GB" dirty="0">
                <a:latin typeface="Arial" panose="020B0604020202020204" pitchFamily="34" charset="0"/>
                <a:ea typeface="Times New Roman" panose="02020603050405020304" pitchFamily="18" charset="0"/>
                <a:cs typeface="Times New Roman" panose="02020603050405020304" pitchFamily="18" charset="0"/>
              </a:rPr>
              <a:t>M</a:t>
            </a:r>
            <a:r>
              <a:rPr lang="en-GB" sz="1400" dirty="0">
                <a:effectLst/>
                <a:latin typeface="Arial" panose="020B0604020202020204" pitchFamily="34" charset="0"/>
                <a:ea typeface="Times New Roman" panose="02020603050405020304" pitchFamily="18" charset="0"/>
                <a:cs typeface="Times New Roman" panose="02020603050405020304" pitchFamily="18" charset="0"/>
              </a:rPr>
              <a:t>etadata entities</a:t>
            </a:r>
            <a:endParaRPr lang="en-GB" dirty="0"/>
          </a:p>
        </p:txBody>
      </p:sp>
      <p:sp>
        <p:nvSpPr>
          <p:cNvPr id="9" name="CuadroTexto 8">
            <a:extLst>
              <a:ext uri="{FF2B5EF4-FFF2-40B4-BE49-F238E27FC236}">
                <a16:creationId xmlns:a16="http://schemas.microsoft.com/office/drawing/2014/main" id="{334D0637-8609-D9BC-80CB-AEA3E4EF99B9}"/>
              </a:ext>
            </a:extLst>
          </p:cNvPr>
          <p:cNvSpPr txBox="1"/>
          <p:nvPr/>
        </p:nvSpPr>
        <p:spPr>
          <a:xfrm>
            <a:off x="784274" y="5274966"/>
            <a:ext cx="10942905" cy="707886"/>
          </a:xfrm>
          <a:prstGeom prst="rect">
            <a:avLst/>
          </a:prstGeom>
          <a:noFill/>
        </p:spPr>
        <p:txBody>
          <a:bodyPr wrap="square">
            <a:noAutofit/>
          </a:bodyPr>
          <a:lstStyle/>
          <a:p>
            <a:pPr marL="57150" algn="just">
              <a:buClr>
                <a:schemeClr val="accent5"/>
              </a:buClr>
              <a:buSzPts val="2400"/>
            </a:pPr>
            <a:r>
              <a:rPr lang="en-GB" sz="2000" b="1" dirty="0" err="1">
                <a:solidFill>
                  <a:schemeClr val="bg2">
                    <a:lumMod val="50000"/>
                  </a:schemeClr>
                </a:solidFill>
              </a:rPr>
              <a:t>MD_ServiceIdentification</a:t>
            </a:r>
            <a:r>
              <a:rPr lang="en-GB" sz="2000" b="1" dirty="0">
                <a:solidFill>
                  <a:schemeClr val="bg2">
                    <a:lumMod val="50000"/>
                  </a:schemeClr>
                </a:solidFill>
              </a:rPr>
              <a:t> </a:t>
            </a:r>
          </a:p>
          <a:p>
            <a:pPr marL="57150">
              <a:spcBef>
                <a:spcPts val="600"/>
              </a:spcBef>
            </a:pPr>
            <a:r>
              <a:rPr lang="en-GB" sz="2000" dirty="0">
                <a:latin typeface="Aptos" panose="020B0004020202020204" pitchFamily="34" charset="0"/>
              </a:rPr>
              <a:t>Provides a high-level description of a service. See ISO 19119 for further information.</a:t>
            </a:r>
          </a:p>
        </p:txBody>
      </p:sp>
      <p:sp>
        <p:nvSpPr>
          <p:cNvPr id="10" name="CuadroTexto 9">
            <a:extLst>
              <a:ext uri="{FF2B5EF4-FFF2-40B4-BE49-F238E27FC236}">
                <a16:creationId xmlns:a16="http://schemas.microsoft.com/office/drawing/2014/main" id="{9DE02DA5-884C-1A19-0B17-27FA63E9ECF1}"/>
              </a:ext>
            </a:extLst>
          </p:cNvPr>
          <p:cNvSpPr txBox="1"/>
          <p:nvPr/>
        </p:nvSpPr>
        <p:spPr>
          <a:xfrm rot="793087">
            <a:off x="8923208" y="355990"/>
            <a:ext cx="2752462" cy="769441"/>
          </a:xfrm>
          <a:prstGeom prst="rect">
            <a:avLst/>
          </a:prstGeom>
          <a:noFill/>
        </p:spPr>
        <p:txBody>
          <a:bodyPr wrap="square" rtlCol="0">
            <a:spAutoFit/>
          </a:bodyPr>
          <a:lstStyle/>
          <a:p>
            <a:r>
              <a:rPr lang="es-ES" sz="4400" dirty="0">
                <a:solidFill>
                  <a:schemeClr val="accent6">
                    <a:lumMod val="75000"/>
                  </a:schemeClr>
                </a:solidFill>
              </a:rPr>
              <a:t>Example</a:t>
            </a:r>
            <a:endParaRPr lang="en-GB" sz="4400" dirty="0">
              <a:solidFill>
                <a:schemeClr val="accent6">
                  <a:lumMod val="75000"/>
                </a:schemeClr>
              </a:solidFill>
            </a:endParaRPr>
          </a:p>
        </p:txBody>
      </p:sp>
    </p:spTree>
    <p:extLst>
      <p:ext uri="{BB962C8B-B14F-4D97-AF65-F5344CB8AC3E}">
        <p14:creationId xmlns:p14="http://schemas.microsoft.com/office/powerpoint/2010/main" val="4130521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CF518-0B02-6493-4C89-3BE8061113A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27FAD82-E543-8A92-97C5-6F47412A666B}"/>
              </a:ext>
            </a:extLst>
          </p:cNvPr>
          <p:cNvSpPr>
            <a:spLocks noGrp="1"/>
          </p:cNvSpPr>
          <p:nvPr>
            <p:ph type="body" idx="1"/>
          </p:nvPr>
        </p:nvSpPr>
        <p:spPr>
          <a:xfrm>
            <a:off x="784274" y="218757"/>
            <a:ext cx="10942906" cy="558483"/>
          </a:xfrm>
          <a:noFill/>
        </p:spPr>
        <p:txBody>
          <a:bodyPr/>
          <a:lstStyle/>
          <a:p>
            <a:pPr marL="76200" indent="0">
              <a:buNone/>
            </a:pPr>
            <a:r>
              <a:rPr lang="en-GB" b="1" dirty="0"/>
              <a:t>Identification information (</a:t>
            </a:r>
            <a:r>
              <a:rPr lang="en-GB" b="1" dirty="0" err="1"/>
              <a:t>MD_Identification</a:t>
            </a:r>
            <a:r>
              <a:rPr lang="en-GB" b="1" dirty="0"/>
              <a:t>)</a:t>
            </a:r>
          </a:p>
          <a:p>
            <a:pPr marL="76200" indent="0" algn="just">
              <a:buNone/>
            </a:pPr>
            <a:endParaRPr lang="en-GB" sz="2000" dirty="0"/>
          </a:p>
          <a:p>
            <a:pPr marL="76200" indent="0" algn="just">
              <a:buNone/>
            </a:pPr>
            <a:r>
              <a:rPr lang="en-GB" sz="2000" b="1" dirty="0" err="1">
                <a:solidFill>
                  <a:schemeClr val="bg2">
                    <a:lumMod val="50000"/>
                  </a:schemeClr>
                </a:solidFill>
              </a:rPr>
              <a:t>MD_DataIdentification</a:t>
            </a:r>
            <a:endParaRPr lang="en-GB" sz="2000" b="1" dirty="0">
              <a:solidFill>
                <a:schemeClr val="bg2">
                  <a:lumMod val="50000"/>
                </a:schemeClr>
              </a:solidFill>
            </a:endParaRPr>
          </a:p>
          <a:p>
            <a:pPr marL="76200" indent="0" algn="just">
              <a:spcBef>
                <a:spcPts val="600"/>
              </a:spcBef>
              <a:buNone/>
            </a:pPr>
            <a:r>
              <a:rPr lang="en-GB" sz="2000" dirty="0">
                <a:latin typeface="Aptos" panose="020B0004020202020204" pitchFamily="34" charset="0"/>
              </a:rPr>
              <a:t>The temporal and vertical extent of the data might not be included in GeoDCAT-AP. </a:t>
            </a:r>
          </a:p>
          <a:p>
            <a:pPr marL="76200" indent="0" algn="just">
              <a:spcBef>
                <a:spcPts val="600"/>
              </a:spcBef>
              <a:buNone/>
            </a:pPr>
            <a:r>
              <a:rPr lang="en-GB" sz="2000" dirty="0">
                <a:latin typeface="Aptos" panose="020B0004020202020204" pitchFamily="34" charset="0"/>
              </a:rPr>
              <a:t>There might be room for improving GeoDCAT-AP.</a:t>
            </a:r>
            <a:endParaRPr lang="en-GB" sz="2000" dirty="0">
              <a:solidFill>
                <a:schemeClr val="tx1">
                  <a:lumMod val="50000"/>
                </a:schemeClr>
              </a:solidFill>
              <a:latin typeface="Aptos" panose="020B0004020202020204" pitchFamily="34" charset="0"/>
            </a:endParaRPr>
          </a:p>
        </p:txBody>
      </p:sp>
      <p:graphicFrame>
        <p:nvGraphicFramePr>
          <p:cNvPr id="4" name="Tabla 3">
            <a:extLst>
              <a:ext uri="{FF2B5EF4-FFF2-40B4-BE49-F238E27FC236}">
                <a16:creationId xmlns:a16="http://schemas.microsoft.com/office/drawing/2014/main" id="{610E5F46-6C91-8877-C836-80F39DAD37D1}"/>
              </a:ext>
            </a:extLst>
          </p:cNvPr>
          <p:cNvGraphicFramePr>
            <a:graphicFrameLocks noGrp="1"/>
          </p:cNvGraphicFramePr>
          <p:nvPr>
            <p:extLst>
              <p:ext uri="{D42A27DB-BD31-4B8C-83A1-F6EECF244321}">
                <p14:modId xmlns:p14="http://schemas.microsoft.com/office/powerpoint/2010/main" val="1963605473"/>
              </p:ext>
            </p:extLst>
          </p:nvPr>
        </p:nvGraphicFramePr>
        <p:xfrm>
          <a:off x="2021791" y="2271455"/>
          <a:ext cx="8148418" cy="503807"/>
        </p:xfrm>
        <a:graphic>
          <a:graphicData uri="http://schemas.openxmlformats.org/drawingml/2006/table">
            <a:tbl>
              <a:tblPr>
                <a:tableStyleId>{B301B821-A1FF-4177-AEE7-76D212191A09}</a:tableStyleId>
              </a:tblPr>
              <a:tblGrid>
                <a:gridCol w="8148418">
                  <a:extLst>
                    <a:ext uri="{9D8B030D-6E8A-4147-A177-3AD203B41FA5}">
                      <a16:colId xmlns:a16="http://schemas.microsoft.com/office/drawing/2014/main" val="329916657"/>
                    </a:ext>
                  </a:extLst>
                </a:gridCol>
              </a:tblGrid>
              <a:tr h="503807">
                <a:tc>
                  <a:txBody>
                    <a:bodyPr/>
                    <a:lstStyle/>
                    <a:p>
                      <a:pPr lvl="1">
                        <a:spcBef>
                          <a:spcPts val="600"/>
                        </a:spcBef>
                        <a:spcAft>
                          <a:spcPts val="600"/>
                        </a:spcAft>
                        <a:buFontTx/>
                        <a:buChar char="-"/>
                      </a:pPr>
                      <a:r>
                        <a:rPr lang="en-GB" sz="1800" b="1" dirty="0" err="1">
                          <a:solidFill>
                            <a:srgbClr val="FF0000"/>
                          </a:solidFill>
                        </a:rPr>
                        <a:t>EX_VerticalExtent</a:t>
                      </a:r>
                      <a:r>
                        <a:rPr lang="en-GB" sz="1800" b="1" dirty="0">
                          <a:solidFill>
                            <a:srgbClr val="FF0000"/>
                          </a:solidFill>
                        </a:rPr>
                        <a:t> </a:t>
                      </a:r>
                      <a:r>
                        <a:rPr lang="en-GB" sz="1400" b="0" i="0" u="none" strike="noStrike" cap="none" dirty="0">
                          <a:solidFill>
                            <a:schemeClr val="dk1"/>
                          </a:solidFill>
                          <a:effectLst/>
                          <a:latin typeface="+mn-lt"/>
                          <a:ea typeface="+mn-ea"/>
                          <a:cs typeface="+mn-cs"/>
                          <a:sym typeface="Arial"/>
                        </a:rPr>
                        <a:t>vertical domain of dataset</a:t>
                      </a:r>
                      <a:endParaRPr lang="en-GB" sz="1800" b="1" dirty="0">
                        <a:solidFill>
                          <a:srgbClr val="FF0000"/>
                        </a:solidFill>
                      </a:endParaRPr>
                    </a:p>
                  </a:txBody>
                  <a:tcPr marL="68580" marR="68580" marT="0" marB="0"/>
                </a:tc>
                <a:extLst>
                  <a:ext uri="{0D108BD9-81ED-4DB2-BD59-A6C34878D82A}">
                    <a16:rowId xmlns:a16="http://schemas.microsoft.com/office/drawing/2014/main" val="2484379048"/>
                  </a:ext>
                </a:extLst>
              </a:tr>
            </a:tbl>
          </a:graphicData>
        </a:graphic>
      </p:graphicFrame>
      <p:sp>
        <p:nvSpPr>
          <p:cNvPr id="6" name="CuadroTexto 5">
            <a:extLst>
              <a:ext uri="{FF2B5EF4-FFF2-40B4-BE49-F238E27FC236}">
                <a16:creationId xmlns:a16="http://schemas.microsoft.com/office/drawing/2014/main" id="{BF0A18E2-D792-6C8C-FCC6-8087E58359D8}"/>
              </a:ext>
            </a:extLst>
          </p:cNvPr>
          <p:cNvSpPr txBox="1"/>
          <p:nvPr/>
        </p:nvSpPr>
        <p:spPr>
          <a:xfrm>
            <a:off x="4843463" y="6398121"/>
            <a:ext cx="1637347" cy="307777"/>
          </a:xfrm>
          <a:prstGeom prst="rect">
            <a:avLst/>
          </a:prstGeom>
          <a:noFill/>
        </p:spPr>
        <p:txBody>
          <a:bodyPr wrap="square">
            <a:spAutoFit/>
          </a:bodyPr>
          <a:lstStyle/>
          <a:p>
            <a:r>
              <a:rPr lang="en-GB" dirty="0">
                <a:latin typeface="Arial" panose="020B0604020202020204" pitchFamily="34" charset="0"/>
                <a:ea typeface="Times New Roman" panose="02020603050405020304" pitchFamily="18" charset="0"/>
                <a:cs typeface="Times New Roman" panose="02020603050405020304" pitchFamily="18" charset="0"/>
              </a:rPr>
              <a:t>M</a:t>
            </a:r>
            <a:r>
              <a:rPr lang="en-GB" sz="1400" dirty="0">
                <a:effectLst/>
                <a:latin typeface="Arial" panose="020B0604020202020204" pitchFamily="34" charset="0"/>
                <a:ea typeface="Times New Roman" panose="02020603050405020304" pitchFamily="18" charset="0"/>
                <a:cs typeface="Times New Roman" panose="02020603050405020304" pitchFamily="18" charset="0"/>
              </a:rPr>
              <a:t>etadata entities</a:t>
            </a:r>
            <a:endParaRPr lang="en-GB" dirty="0"/>
          </a:p>
        </p:txBody>
      </p:sp>
      <p:pic>
        <p:nvPicPr>
          <p:cNvPr id="5" name="Imagen 4" descr="Diagrama&#10;&#10;El contenido generado por IA puede ser incorrecto.">
            <a:extLst>
              <a:ext uri="{FF2B5EF4-FFF2-40B4-BE49-F238E27FC236}">
                <a16:creationId xmlns:a16="http://schemas.microsoft.com/office/drawing/2014/main" id="{4C417C47-13CD-8910-4052-CE88599806D8}"/>
              </a:ext>
            </a:extLst>
          </p:cNvPr>
          <p:cNvPicPr>
            <a:picLocks noChangeAspect="1"/>
          </p:cNvPicPr>
          <p:nvPr/>
        </p:nvPicPr>
        <p:blipFill>
          <a:blip r:embed="rId2"/>
          <a:stretch>
            <a:fillRect/>
          </a:stretch>
        </p:blipFill>
        <p:spPr>
          <a:xfrm>
            <a:off x="6480810" y="3159169"/>
            <a:ext cx="3229426" cy="3238952"/>
          </a:xfrm>
          <a:prstGeom prst="rect">
            <a:avLst/>
          </a:prstGeom>
        </p:spPr>
      </p:pic>
      <p:sp>
        <p:nvSpPr>
          <p:cNvPr id="10" name="CuadroTexto 9">
            <a:extLst>
              <a:ext uri="{FF2B5EF4-FFF2-40B4-BE49-F238E27FC236}">
                <a16:creationId xmlns:a16="http://schemas.microsoft.com/office/drawing/2014/main" id="{67F4F8A8-2622-DBC3-5FC5-DA03F775A60C}"/>
              </a:ext>
            </a:extLst>
          </p:cNvPr>
          <p:cNvSpPr txBox="1"/>
          <p:nvPr/>
        </p:nvSpPr>
        <p:spPr>
          <a:xfrm rot="793087">
            <a:off x="8923208" y="355990"/>
            <a:ext cx="2752462" cy="769441"/>
          </a:xfrm>
          <a:prstGeom prst="rect">
            <a:avLst/>
          </a:prstGeom>
          <a:noFill/>
        </p:spPr>
        <p:txBody>
          <a:bodyPr wrap="square" rtlCol="0">
            <a:spAutoFit/>
          </a:bodyPr>
          <a:lstStyle/>
          <a:p>
            <a:r>
              <a:rPr lang="es-ES" sz="4400" dirty="0">
                <a:solidFill>
                  <a:schemeClr val="accent6">
                    <a:lumMod val="75000"/>
                  </a:schemeClr>
                </a:solidFill>
              </a:rPr>
              <a:t>Example</a:t>
            </a:r>
            <a:endParaRPr lang="en-GB" sz="4400" dirty="0">
              <a:solidFill>
                <a:schemeClr val="accent6">
                  <a:lumMod val="75000"/>
                </a:schemeClr>
              </a:solidFill>
            </a:endParaRPr>
          </a:p>
        </p:txBody>
      </p:sp>
      <p:sp>
        <p:nvSpPr>
          <p:cNvPr id="12" name="CuadroTexto 11">
            <a:extLst>
              <a:ext uri="{FF2B5EF4-FFF2-40B4-BE49-F238E27FC236}">
                <a16:creationId xmlns:a16="http://schemas.microsoft.com/office/drawing/2014/main" id="{B19E9606-70EF-BCF2-300B-30AF85702B9F}"/>
              </a:ext>
            </a:extLst>
          </p:cNvPr>
          <p:cNvSpPr txBox="1"/>
          <p:nvPr/>
        </p:nvSpPr>
        <p:spPr>
          <a:xfrm>
            <a:off x="1510316" y="3159169"/>
            <a:ext cx="3798480" cy="2954655"/>
          </a:xfrm>
          <a:prstGeom prst="rect">
            <a:avLst/>
          </a:prstGeom>
          <a:noFill/>
        </p:spPr>
        <p:txBody>
          <a:bodyPr wrap="square">
            <a:spAutoFit/>
          </a:bodyPr>
          <a:lstStyle/>
          <a:p>
            <a:pPr>
              <a:spcBef>
                <a:spcPts val="600"/>
              </a:spcBef>
              <a:spcAft>
                <a:spcPts val="600"/>
              </a:spcAft>
            </a:pPr>
            <a:r>
              <a:rPr lang="en-GB" b="1" u="sng" dirty="0"/>
              <a:t>EXAMPLE</a:t>
            </a:r>
          </a:p>
          <a:p>
            <a:pPr>
              <a:spcBef>
                <a:spcPts val="600"/>
              </a:spcBef>
              <a:spcAft>
                <a:spcPts val="600"/>
              </a:spcAft>
            </a:pPr>
            <a:r>
              <a:rPr lang="en-GB" dirty="0"/>
              <a:t>In GeoDCAT-AP, spatial resolution is included as:</a:t>
            </a:r>
          </a:p>
          <a:p>
            <a:pPr marL="285750" indent="-285750">
              <a:spcBef>
                <a:spcPts val="600"/>
              </a:spcBef>
              <a:spcAft>
                <a:spcPts val="600"/>
              </a:spcAft>
              <a:buFont typeface="Arial" panose="020B0604020202020204" pitchFamily="34" charset="0"/>
              <a:buChar char="•"/>
            </a:pPr>
            <a:r>
              <a:rPr lang="en-GB" dirty="0" err="1"/>
              <a:t>dcat:spatialResolutionInMeters</a:t>
            </a:r>
            <a:endParaRPr lang="en-GB" dirty="0"/>
          </a:p>
          <a:p>
            <a:pPr>
              <a:spcBef>
                <a:spcPts val="600"/>
              </a:spcBef>
              <a:spcAft>
                <a:spcPts val="600"/>
              </a:spcAft>
            </a:pPr>
            <a:r>
              <a:rPr lang="en-GB" dirty="0"/>
              <a:t>In ISO, there are other types ways for expressing the spatial resolution:</a:t>
            </a:r>
          </a:p>
          <a:p>
            <a:pPr marL="285750" indent="-285750">
              <a:spcBef>
                <a:spcPts val="600"/>
              </a:spcBef>
              <a:spcAft>
                <a:spcPts val="600"/>
              </a:spcAft>
              <a:buFont typeface="Arial" panose="020B0604020202020204" pitchFamily="34" charset="0"/>
              <a:buChar char="•"/>
            </a:pPr>
            <a:r>
              <a:rPr lang="en-GB" dirty="0"/>
              <a:t>as equivalent scale</a:t>
            </a:r>
          </a:p>
          <a:p>
            <a:pPr marL="285750" indent="-285750">
              <a:spcBef>
                <a:spcPts val="600"/>
              </a:spcBef>
              <a:spcAft>
                <a:spcPts val="600"/>
              </a:spcAft>
              <a:buFont typeface="Arial" panose="020B0604020202020204" pitchFamily="34" charset="0"/>
              <a:buChar char="•"/>
            </a:pPr>
            <a:r>
              <a:rPr lang="en-GB" dirty="0"/>
              <a:t>as angular distance</a:t>
            </a:r>
          </a:p>
          <a:p>
            <a:pPr marL="285750" indent="-285750">
              <a:spcBef>
                <a:spcPts val="600"/>
              </a:spcBef>
              <a:spcAft>
                <a:spcPts val="600"/>
              </a:spcAft>
              <a:buFont typeface="Arial" panose="020B0604020202020204" pitchFamily="34" charset="0"/>
              <a:buChar char="•"/>
            </a:pPr>
            <a:r>
              <a:rPr lang="en-GB" dirty="0"/>
              <a:t>as vertical distance</a:t>
            </a:r>
          </a:p>
        </p:txBody>
      </p:sp>
    </p:spTree>
    <p:extLst>
      <p:ext uri="{BB962C8B-B14F-4D97-AF65-F5344CB8AC3E}">
        <p14:creationId xmlns:p14="http://schemas.microsoft.com/office/powerpoint/2010/main" val="1775798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3F2F9-D8A5-B116-3A43-7056CA40877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B0F0E96-5941-3381-C460-E6004FE957A7}"/>
              </a:ext>
            </a:extLst>
          </p:cNvPr>
          <p:cNvSpPr>
            <a:spLocks noGrp="1"/>
          </p:cNvSpPr>
          <p:nvPr>
            <p:ph type="body" idx="1"/>
          </p:nvPr>
        </p:nvSpPr>
        <p:spPr>
          <a:xfrm>
            <a:off x="784274" y="197492"/>
            <a:ext cx="10942906" cy="558483"/>
          </a:xfrm>
          <a:noFill/>
        </p:spPr>
        <p:txBody>
          <a:bodyPr/>
          <a:lstStyle/>
          <a:p>
            <a:pPr marL="76200" indent="0">
              <a:buNone/>
            </a:pPr>
            <a:r>
              <a:rPr lang="en-GB" b="1" dirty="0"/>
              <a:t>Data quality information (</a:t>
            </a:r>
            <a:r>
              <a:rPr lang="en-GB" b="1" dirty="0" err="1"/>
              <a:t>DQ_DataQuality</a:t>
            </a:r>
            <a:r>
              <a:rPr lang="en-GB" b="1" dirty="0"/>
              <a:t>)</a:t>
            </a:r>
            <a:endParaRPr lang="en-GB" sz="2000" dirty="0"/>
          </a:p>
          <a:p>
            <a:pPr marL="76200" indent="0" algn="just">
              <a:buNone/>
            </a:pPr>
            <a:endParaRPr lang="en-GB" sz="2000" b="1" dirty="0">
              <a:solidFill>
                <a:schemeClr val="tx1">
                  <a:lumMod val="50000"/>
                </a:schemeClr>
              </a:solidFill>
            </a:endParaRPr>
          </a:p>
          <a:p>
            <a:pPr marL="76200" indent="0" algn="just">
              <a:spcBef>
                <a:spcPts val="600"/>
              </a:spcBef>
              <a:spcAft>
                <a:spcPts val="600"/>
              </a:spcAft>
              <a:buNone/>
            </a:pPr>
            <a:r>
              <a:rPr lang="en-GB" sz="2000" dirty="0">
                <a:solidFill>
                  <a:srgbClr val="000000"/>
                </a:solidFill>
                <a:latin typeface="Aptos" panose="020B0004020202020204" pitchFamily="34" charset="0"/>
              </a:rPr>
              <a:t>The </a:t>
            </a:r>
            <a:r>
              <a:rPr lang="en-GB" sz="2000" dirty="0" err="1">
                <a:solidFill>
                  <a:srgbClr val="000000"/>
                </a:solidFill>
                <a:latin typeface="Aptos" panose="020B0004020202020204" pitchFamily="34" charset="0"/>
              </a:rPr>
              <a:t>DQ_DataQuality</a:t>
            </a:r>
            <a:r>
              <a:rPr lang="en-GB" sz="2000" dirty="0">
                <a:solidFill>
                  <a:srgbClr val="000000"/>
                </a:solidFill>
                <a:latin typeface="Aptos" panose="020B0004020202020204" pitchFamily="34" charset="0"/>
              </a:rPr>
              <a:t> entity contains a general assessment of the quality of the dataset.  </a:t>
            </a:r>
          </a:p>
          <a:p>
            <a:pPr marL="76200" indent="0" algn="just">
              <a:spcBef>
                <a:spcPts val="600"/>
              </a:spcBef>
              <a:spcAft>
                <a:spcPts val="600"/>
              </a:spcAft>
              <a:buNone/>
            </a:pPr>
            <a:r>
              <a:rPr lang="en-GB" sz="2000" dirty="0">
                <a:solidFill>
                  <a:srgbClr val="000000"/>
                </a:solidFill>
                <a:latin typeface="Aptos" panose="020B0004020202020204" pitchFamily="34" charset="0"/>
              </a:rPr>
              <a:t>It is optional and contains the scope of the quality assessment.  </a:t>
            </a:r>
          </a:p>
          <a:p>
            <a:pPr marL="76200" indent="0" algn="just">
              <a:spcBef>
                <a:spcPts val="600"/>
              </a:spcBef>
              <a:spcAft>
                <a:spcPts val="600"/>
              </a:spcAft>
              <a:buNone/>
            </a:pPr>
            <a:r>
              <a:rPr lang="en-GB" sz="2000" dirty="0" err="1">
                <a:solidFill>
                  <a:srgbClr val="000000"/>
                </a:solidFill>
                <a:latin typeface="Aptos" panose="020B0004020202020204" pitchFamily="34" charset="0"/>
              </a:rPr>
              <a:t>DQ_DataQuality</a:t>
            </a:r>
            <a:r>
              <a:rPr lang="en-GB" sz="2000" dirty="0">
                <a:solidFill>
                  <a:srgbClr val="000000"/>
                </a:solidFill>
                <a:latin typeface="Aptos" panose="020B0004020202020204" pitchFamily="34" charset="0"/>
              </a:rPr>
              <a:t> is an aggregate of </a:t>
            </a:r>
            <a:r>
              <a:rPr lang="en-GB" sz="2000" dirty="0" err="1">
                <a:solidFill>
                  <a:srgbClr val="000000"/>
                </a:solidFill>
                <a:latin typeface="Aptos" panose="020B0004020202020204" pitchFamily="34" charset="0"/>
              </a:rPr>
              <a:t>LI_Lineage</a:t>
            </a:r>
            <a:r>
              <a:rPr lang="en-GB" sz="2000" dirty="0">
                <a:solidFill>
                  <a:srgbClr val="000000"/>
                </a:solidFill>
                <a:latin typeface="Aptos" panose="020B0004020202020204" pitchFamily="34" charset="0"/>
              </a:rPr>
              <a:t> and </a:t>
            </a:r>
            <a:r>
              <a:rPr lang="en-GB" sz="2000" dirty="0" err="1">
                <a:solidFill>
                  <a:srgbClr val="000000"/>
                </a:solidFill>
                <a:latin typeface="Aptos" panose="020B0004020202020204" pitchFamily="34" charset="0"/>
              </a:rPr>
              <a:t>DQ_Element</a:t>
            </a:r>
            <a:r>
              <a:rPr lang="en-GB" sz="2000" dirty="0">
                <a:solidFill>
                  <a:srgbClr val="000000"/>
                </a:solidFill>
                <a:latin typeface="Aptos" panose="020B0004020202020204" pitchFamily="34" charset="0"/>
              </a:rPr>
              <a:t>.</a:t>
            </a:r>
          </a:p>
        </p:txBody>
      </p:sp>
      <p:sp>
        <p:nvSpPr>
          <p:cNvPr id="6" name="CuadroTexto 5">
            <a:extLst>
              <a:ext uri="{FF2B5EF4-FFF2-40B4-BE49-F238E27FC236}">
                <a16:creationId xmlns:a16="http://schemas.microsoft.com/office/drawing/2014/main" id="{90B1031B-8C9A-A023-9809-9644D6B203E0}"/>
              </a:ext>
            </a:extLst>
          </p:cNvPr>
          <p:cNvSpPr txBox="1"/>
          <p:nvPr/>
        </p:nvSpPr>
        <p:spPr>
          <a:xfrm>
            <a:off x="4843463" y="6431988"/>
            <a:ext cx="1637347" cy="307777"/>
          </a:xfrm>
          <a:prstGeom prst="rect">
            <a:avLst/>
          </a:prstGeom>
          <a:noFill/>
        </p:spPr>
        <p:txBody>
          <a:bodyPr wrap="square">
            <a:spAutoFit/>
          </a:bodyPr>
          <a:lstStyle/>
          <a:p>
            <a:r>
              <a:rPr lang="en-GB" dirty="0">
                <a:latin typeface="Arial" panose="020B0604020202020204" pitchFamily="34" charset="0"/>
                <a:ea typeface="Times New Roman" panose="02020603050405020304" pitchFamily="18" charset="0"/>
                <a:cs typeface="Times New Roman" panose="02020603050405020304" pitchFamily="18" charset="0"/>
              </a:rPr>
              <a:t>M</a:t>
            </a:r>
            <a:r>
              <a:rPr lang="en-GB" sz="1400" dirty="0">
                <a:effectLst/>
                <a:latin typeface="Arial" panose="020B0604020202020204" pitchFamily="34" charset="0"/>
                <a:ea typeface="Times New Roman" panose="02020603050405020304" pitchFamily="18" charset="0"/>
                <a:cs typeface="Times New Roman" panose="02020603050405020304" pitchFamily="18" charset="0"/>
              </a:rPr>
              <a:t>etadata entities</a:t>
            </a:r>
            <a:endParaRPr lang="en-GB" dirty="0"/>
          </a:p>
        </p:txBody>
      </p:sp>
      <p:pic>
        <p:nvPicPr>
          <p:cNvPr id="5" name="Imagen 4" descr="Diagrama&#10;&#10;El contenido generado por IA puede ser incorrecto.">
            <a:extLst>
              <a:ext uri="{FF2B5EF4-FFF2-40B4-BE49-F238E27FC236}">
                <a16:creationId xmlns:a16="http://schemas.microsoft.com/office/drawing/2014/main" id="{E123AC16-BAD9-EC60-F0DC-D61A2110D476}"/>
              </a:ext>
            </a:extLst>
          </p:cNvPr>
          <p:cNvPicPr>
            <a:picLocks noChangeAspect="1"/>
          </p:cNvPicPr>
          <p:nvPr/>
        </p:nvPicPr>
        <p:blipFill>
          <a:blip r:embed="rId2"/>
          <a:stretch>
            <a:fillRect/>
          </a:stretch>
        </p:blipFill>
        <p:spPr>
          <a:xfrm>
            <a:off x="1236116" y="2439678"/>
            <a:ext cx="3229558" cy="3062262"/>
          </a:xfrm>
          <a:prstGeom prst="rect">
            <a:avLst/>
          </a:prstGeom>
        </p:spPr>
      </p:pic>
      <p:pic>
        <p:nvPicPr>
          <p:cNvPr id="8" name="Imagen 7" descr="Diagrama&#10;&#10;El contenido generado por IA puede ser incorrecto.">
            <a:extLst>
              <a:ext uri="{FF2B5EF4-FFF2-40B4-BE49-F238E27FC236}">
                <a16:creationId xmlns:a16="http://schemas.microsoft.com/office/drawing/2014/main" id="{7F9C0697-9FFD-F002-AC57-D61DC8611E96}"/>
              </a:ext>
            </a:extLst>
          </p:cNvPr>
          <p:cNvPicPr>
            <a:picLocks noChangeAspect="1"/>
          </p:cNvPicPr>
          <p:nvPr/>
        </p:nvPicPr>
        <p:blipFill>
          <a:blip r:embed="rId3"/>
          <a:stretch>
            <a:fillRect/>
          </a:stretch>
        </p:blipFill>
        <p:spPr>
          <a:xfrm>
            <a:off x="4695118" y="2723077"/>
            <a:ext cx="3702415" cy="2042019"/>
          </a:xfrm>
          <a:prstGeom prst="rect">
            <a:avLst/>
          </a:prstGeom>
        </p:spPr>
      </p:pic>
      <p:pic>
        <p:nvPicPr>
          <p:cNvPr id="11" name="Imagen 10" descr="Texto&#10;&#10;El contenido generado por IA puede ser incorrecto.">
            <a:extLst>
              <a:ext uri="{FF2B5EF4-FFF2-40B4-BE49-F238E27FC236}">
                <a16:creationId xmlns:a16="http://schemas.microsoft.com/office/drawing/2014/main" id="{F1DA3994-50EC-A500-A49C-AAD1DCA82F1E}"/>
              </a:ext>
            </a:extLst>
          </p:cNvPr>
          <p:cNvPicPr>
            <a:picLocks noChangeAspect="1"/>
          </p:cNvPicPr>
          <p:nvPr/>
        </p:nvPicPr>
        <p:blipFill>
          <a:blip r:embed="rId4"/>
          <a:stretch>
            <a:fillRect/>
          </a:stretch>
        </p:blipFill>
        <p:spPr>
          <a:xfrm>
            <a:off x="8765101" y="3253120"/>
            <a:ext cx="2764336" cy="1299325"/>
          </a:xfrm>
          <a:prstGeom prst="rect">
            <a:avLst/>
          </a:prstGeom>
        </p:spPr>
      </p:pic>
      <p:sp>
        <p:nvSpPr>
          <p:cNvPr id="15" name="CuadroTexto 14">
            <a:extLst>
              <a:ext uri="{FF2B5EF4-FFF2-40B4-BE49-F238E27FC236}">
                <a16:creationId xmlns:a16="http://schemas.microsoft.com/office/drawing/2014/main" id="{23F8AC9D-5721-2F30-68A5-BF6DD6FEAC11}"/>
              </a:ext>
            </a:extLst>
          </p:cNvPr>
          <p:cNvSpPr txBox="1"/>
          <p:nvPr/>
        </p:nvSpPr>
        <p:spPr>
          <a:xfrm>
            <a:off x="1124393" y="5501940"/>
            <a:ext cx="10050426" cy="1015663"/>
          </a:xfrm>
          <a:prstGeom prst="rect">
            <a:avLst/>
          </a:prstGeom>
          <a:noFill/>
        </p:spPr>
        <p:txBody>
          <a:bodyPr wrap="square">
            <a:spAutoFit/>
          </a:bodyPr>
          <a:lstStyle/>
          <a:p>
            <a:r>
              <a:rPr lang="en-GB" sz="2000" dirty="0">
                <a:latin typeface="Aptos" panose="020B0004020202020204" pitchFamily="34" charset="0"/>
              </a:rPr>
              <a:t>Although in ISO and INSPIRE the quality with which the data has been created is optional, it is very valuable information that allows us to know the reliability and provides confidence.</a:t>
            </a:r>
          </a:p>
        </p:txBody>
      </p:sp>
      <p:sp>
        <p:nvSpPr>
          <p:cNvPr id="16" name="CuadroTexto 15">
            <a:extLst>
              <a:ext uri="{FF2B5EF4-FFF2-40B4-BE49-F238E27FC236}">
                <a16:creationId xmlns:a16="http://schemas.microsoft.com/office/drawing/2014/main" id="{A69EC05B-6F2B-C06A-1AD3-68ADCC85C014}"/>
              </a:ext>
            </a:extLst>
          </p:cNvPr>
          <p:cNvSpPr txBox="1"/>
          <p:nvPr/>
        </p:nvSpPr>
        <p:spPr>
          <a:xfrm rot="793087">
            <a:off x="9388030" y="92012"/>
            <a:ext cx="2752462" cy="769441"/>
          </a:xfrm>
          <a:prstGeom prst="rect">
            <a:avLst/>
          </a:prstGeom>
          <a:noFill/>
        </p:spPr>
        <p:txBody>
          <a:bodyPr wrap="square" rtlCol="0">
            <a:spAutoFit/>
          </a:bodyPr>
          <a:lstStyle/>
          <a:p>
            <a:r>
              <a:rPr lang="es-ES" sz="4400" dirty="0">
                <a:solidFill>
                  <a:schemeClr val="accent6">
                    <a:lumMod val="75000"/>
                  </a:schemeClr>
                </a:solidFill>
              </a:rPr>
              <a:t>Example</a:t>
            </a:r>
            <a:endParaRPr lang="en-GB" sz="4400" dirty="0">
              <a:solidFill>
                <a:schemeClr val="accent6">
                  <a:lumMod val="75000"/>
                </a:schemeClr>
              </a:solidFill>
            </a:endParaRPr>
          </a:p>
        </p:txBody>
      </p:sp>
    </p:spTree>
    <p:extLst>
      <p:ext uri="{BB962C8B-B14F-4D97-AF65-F5344CB8AC3E}">
        <p14:creationId xmlns:p14="http://schemas.microsoft.com/office/powerpoint/2010/main" val="3390391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ADF0A-93E0-0342-4397-D91D71ADD19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9658DC9-917D-F597-3181-81C1D4074CB3}"/>
              </a:ext>
            </a:extLst>
          </p:cNvPr>
          <p:cNvSpPr>
            <a:spLocks noGrp="1"/>
          </p:cNvSpPr>
          <p:nvPr>
            <p:ph type="body" idx="1"/>
          </p:nvPr>
        </p:nvSpPr>
        <p:spPr>
          <a:xfrm>
            <a:off x="134093" y="309652"/>
            <a:ext cx="10942906" cy="2418915"/>
          </a:xfrm>
          <a:solidFill>
            <a:schemeClr val="bg1"/>
          </a:solidFill>
        </p:spPr>
        <p:txBody>
          <a:bodyPr/>
          <a:lstStyle/>
          <a:p>
            <a:pPr marL="76200" indent="0">
              <a:spcBef>
                <a:spcPts val="600"/>
              </a:spcBef>
              <a:spcAft>
                <a:spcPts val="600"/>
              </a:spcAft>
              <a:buNone/>
            </a:pPr>
            <a:r>
              <a:rPr lang="en-GB" b="1" dirty="0">
                <a:solidFill>
                  <a:schemeClr val="tx1">
                    <a:lumMod val="50000"/>
                  </a:schemeClr>
                </a:solidFill>
              </a:rPr>
              <a:t>Discussion: Scope of the work</a:t>
            </a:r>
          </a:p>
          <a:p>
            <a:pPr marL="76200" indent="0">
              <a:spcBef>
                <a:spcPts val="600"/>
              </a:spcBef>
              <a:spcAft>
                <a:spcPts val="600"/>
              </a:spcAft>
              <a:buNone/>
            </a:pPr>
            <a:endParaRPr lang="en-GB" b="1" dirty="0">
              <a:solidFill>
                <a:schemeClr val="tx1">
                  <a:lumMod val="50000"/>
                </a:schemeClr>
              </a:solidFill>
            </a:endParaRPr>
          </a:p>
          <a:p>
            <a:pPr marL="533400" indent="-457200">
              <a:spcBef>
                <a:spcPts val="600"/>
              </a:spcBef>
              <a:spcAft>
                <a:spcPts val="600"/>
              </a:spcAft>
              <a:buAutoNum type="arabicPeriod"/>
            </a:pPr>
            <a:r>
              <a:rPr lang="en-GB" dirty="0">
                <a:solidFill>
                  <a:schemeClr val="tx1">
                    <a:lumMod val="50000"/>
                  </a:schemeClr>
                </a:solidFill>
              </a:rPr>
              <a:t>Should we analyse all metadata elements in ISO 19115?</a:t>
            </a:r>
          </a:p>
          <a:p>
            <a:pPr marL="1084263">
              <a:spcBef>
                <a:spcPts val="600"/>
              </a:spcBef>
              <a:spcAft>
                <a:spcPts val="600"/>
              </a:spcAft>
              <a:buFont typeface="Wingdings" panose="05000000000000000000" pitchFamily="2" charset="2"/>
              <a:buChar char="§"/>
            </a:pPr>
            <a:r>
              <a:rPr lang="en-GB" sz="2000" dirty="0">
                <a:solidFill>
                  <a:schemeClr val="tx1">
                    <a:lumMod val="50000"/>
                  </a:schemeClr>
                </a:solidFill>
              </a:rPr>
              <a:t>For example:</a:t>
            </a:r>
          </a:p>
          <a:p>
            <a:pPr marL="1433513" lvl="1">
              <a:spcBef>
                <a:spcPts val="600"/>
              </a:spcBef>
              <a:spcAft>
                <a:spcPts val="600"/>
              </a:spcAft>
              <a:buFont typeface="Wingdings" panose="05000000000000000000" pitchFamily="2" charset="2"/>
              <a:buChar char="§"/>
            </a:pPr>
            <a:r>
              <a:rPr lang="en-GB" sz="1600" dirty="0">
                <a:solidFill>
                  <a:schemeClr val="tx1">
                    <a:lumMod val="50000"/>
                  </a:schemeClr>
                </a:solidFill>
              </a:rPr>
              <a:t> </a:t>
            </a:r>
            <a:r>
              <a:rPr lang="en-GB" sz="1600" dirty="0" err="1">
                <a:solidFill>
                  <a:schemeClr val="tx1">
                    <a:lumMod val="50000"/>
                  </a:schemeClr>
                </a:solidFill>
              </a:rPr>
              <a:t>MD_CoverageDescription</a:t>
            </a:r>
            <a:r>
              <a:rPr lang="en-GB" sz="1600" dirty="0">
                <a:solidFill>
                  <a:schemeClr val="tx1">
                    <a:lumMod val="50000"/>
                  </a:schemeClr>
                </a:solidFill>
              </a:rPr>
              <a:t>: </a:t>
            </a:r>
            <a:r>
              <a:rPr lang="en-GB" sz="1600" dirty="0"/>
              <a:t>information about the content of a grid data cell</a:t>
            </a:r>
            <a:endParaRPr lang="en-GB" sz="1600" dirty="0">
              <a:solidFill>
                <a:schemeClr val="tx1">
                  <a:lumMod val="50000"/>
                </a:schemeClr>
              </a:solidFill>
            </a:endParaRPr>
          </a:p>
          <a:p>
            <a:pPr marL="1998663" lvl="2">
              <a:spcBef>
                <a:spcPts val="600"/>
              </a:spcBef>
              <a:spcAft>
                <a:spcPts val="600"/>
              </a:spcAft>
              <a:buFont typeface="Wingdings" panose="05000000000000000000" pitchFamily="2" charset="2"/>
              <a:buChar char="§"/>
            </a:pPr>
            <a:r>
              <a:rPr lang="en-GB" dirty="0">
                <a:solidFill>
                  <a:schemeClr val="tx1">
                    <a:lumMod val="50000"/>
                  </a:schemeClr>
                </a:solidFill>
              </a:rPr>
              <a:t>Image description: </a:t>
            </a:r>
            <a:r>
              <a:rPr lang="en-GB" dirty="0"/>
              <a:t>information identifying the feature catalogue</a:t>
            </a:r>
            <a:endParaRPr lang="en-GB" dirty="0">
              <a:solidFill>
                <a:schemeClr val="tx1">
                  <a:lumMod val="50000"/>
                </a:schemeClr>
              </a:solidFill>
            </a:endParaRPr>
          </a:p>
          <a:p>
            <a:pPr marL="1998663" lvl="2">
              <a:spcBef>
                <a:spcPts val="600"/>
              </a:spcBef>
              <a:spcAft>
                <a:spcPts val="600"/>
              </a:spcAft>
              <a:buFont typeface="Wingdings" panose="05000000000000000000" pitchFamily="2" charset="2"/>
              <a:buChar char="§"/>
            </a:pPr>
            <a:r>
              <a:rPr lang="en-GB" dirty="0">
                <a:solidFill>
                  <a:schemeClr val="tx1">
                    <a:lumMod val="50000"/>
                  </a:schemeClr>
                </a:solidFill>
              </a:rPr>
              <a:t>Range dimension</a:t>
            </a:r>
          </a:p>
          <a:p>
            <a:pPr marL="1998663" lvl="2">
              <a:spcBef>
                <a:spcPts val="600"/>
              </a:spcBef>
              <a:spcAft>
                <a:spcPts val="600"/>
              </a:spcAft>
              <a:buFont typeface="Wingdings" panose="05000000000000000000" pitchFamily="2" charset="2"/>
              <a:buChar char="§"/>
            </a:pPr>
            <a:r>
              <a:rPr lang="en-GB" dirty="0">
                <a:solidFill>
                  <a:schemeClr val="tx1">
                    <a:lumMod val="50000"/>
                  </a:schemeClr>
                </a:solidFill>
              </a:rPr>
              <a:t>Band</a:t>
            </a:r>
          </a:p>
          <a:p>
            <a:pPr lvl="1">
              <a:spcBef>
                <a:spcPts val="600"/>
              </a:spcBef>
              <a:spcAft>
                <a:spcPts val="600"/>
              </a:spcAft>
              <a:buFont typeface="Wingdings" panose="05000000000000000000" pitchFamily="2" charset="2"/>
              <a:buChar char="§"/>
            </a:pPr>
            <a:r>
              <a:rPr lang="en-GB" sz="1600" dirty="0" err="1">
                <a:solidFill>
                  <a:schemeClr val="tx1">
                    <a:lumMod val="50000"/>
                  </a:schemeClr>
                </a:solidFill>
              </a:rPr>
              <a:t>MD_Feature</a:t>
            </a:r>
            <a:r>
              <a:rPr lang="en-GB" sz="1600" dirty="0">
                <a:solidFill>
                  <a:schemeClr val="tx1">
                    <a:lumMod val="50000"/>
                  </a:schemeClr>
                </a:solidFill>
              </a:rPr>
              <a:t> Catalogue description</a:t>
            </a:r>
          </a:p>
          <a:p>
            <a:pPr lvl="1">
              <a:spcBef>
                <a:spcPts val="600"/>
              </a:spcBef>
              <a:spcAft>
                <a:spcPts val="600"/>
              </a:spcAft>
              <a:buFont typeface="Wingdings" panose="05000000000000000000" pitchFamily="2" charset="2"/>
              <a:buChar char="§"/>
            </a:pPr>
            <a:endParaRPr lang="en-GB" sz="1600" dirty="0">
              <a:solidFill>
                <a:schemeClr val="tx1">
                  <a:lumMod val="50000"/>
                </a:schemeClr>
              </a:solidFill>
            </a:endParaRPr>
          </a:p>
          <a:p>
            <a:pPr marL="533400" indent="-457200">
              <a:spcBef>
                <a:spcPts val="600"/>
              </a:spcBef>
              <a:spcAft>
                <a:spcPts val="600"/>
              </a:spcAft>
              <a:buFont typeface="+mj-lt"/>
              <a:buAutoNum type="arabicPeriod" startAt="2"/>
            </a:pPr>
            <a:r>
              <a:rPr lang="en-GB" dirty="0">
                <a:solidFill>
                  <a:schemeClr val="tx1">
                    <a:lumMod val="50000"/>
                  </a:schemeClr>
                </a:solidFill>
              </a:rPr>
              <a:t>Should we analyse only those elements that are mostly used in all metadata records?</a:t>
            </a:r>
          </a:p>
          <a:p>
            <a:pPr marL="1084263">
              <a:spcBef>
                <a:spcPts val="600"/>
              </a:spcBef>
              <a:spcAft>
                <a:spcPts val="600"/>
              </a:spcAft>
              <a:buFont typeface="Wingdings" panose="05000000000000000000" pitchFamily="2" charset="2"/>
              <a:buChar char="§"/>
            </a:pPr>
            <a:r>
              <a:rPr lang="en-GB" sz="2000" dirty="0">
                <a:solidFill>
                  <a:schemeClr val="tx1">
                    <a:lumMod val="50000"/>
                  </a:schemeClr>
                </a:solidFill>
              </a:rPr>
              <a:t>For example:</a:t>
            </a:r>
          </a:p>
          <a:p>
            <a:pPr marL="1490663" lvl="1" indent="-406400">
              <a:spcBef>
                <a:spcPts val="600"/>
              </a:spcBef>
              <a:spcAft>
                <a:spcPts val="600"/>
              </a:spcAft>
              <a:buFont typeface="Wingdings" panose="05000000000000000000" pitchFamily="2" charset="2"/>
              <a:buChar char="§"/>
            </a:pPr>
            <a:r>
              <a:rPr lang="en-GB" sz="1600" dirty="0" err="1">
                <a:solidFill>
                  <a:schemeClr val="tx1">
                    <a:lumMod val="50000"/>
                  </a:schemeClr>
                </a:solidFill>
              </a:rPr>
              <a:t>MD_Distribution</a:t>
            </a:r>
            <a:r>
              <a:rPr lang="en-GB" sz="1600" dirty="0">
                <a:solidFill>
                  <a:schemeClr val="tx1">
                    <a:lumMod val="50000"/>
                  </a:schemeClr>
                </a:solidFill>
              </a:rPr>
              <a:t>, </a:t>
            </a:r>
            <a:r>
              <a:rPr lang="en-GB" sz="1600" dirty="0" err="1">
                <a:solidFill>
                  <a:schemeClr val="tx1">
                    <a:lumMod val="50000"/>
                  </a:schemeClr>
                </a:solidFill>
              </a:rPr>
              <a:t>DQ_DataQuality</a:t>
            </a:r>
            <a:r>
              <a:rPr lang="en-GB" sz="1600" dirty="0">
                <a:solidFill>
                  <a:schemeClr val="tx1">
                    <a:lumMod val="50000"/>
                  </a:schemeClr>
                </a:solidFill>
              </a:rPr>
              <a:t>…</a:t>
            </a:r>
          </a:p>
          <a:p>
            <a:pPr marL="76200" indent="0">
              <a:spcBef>
                <a:spcPts val="600"/>
              </a:spcBef>
              <a:spcAft>
                <a:spcPts val="600"/>
              </a:spcAft>
              <a:buNone/>
            </a:pPr>
            <a:endParaRPr lang="en-GB" sz="2000" dirty="0">
              <a:solidFill>
                <a:schemeClr val="tx1">
                  <a:lumMod val="50000"/>
                </a:schemeClr>
              </a:solidFill>
            </a:endParaRPr>
          </a:p>
        </p:txBody>
      </p:sp>
      <p:pic>
        <p:nvPicPr>
          <p:cNvPr id="8" name="Imagen 7" descr="Diagrama, Texto&#10;&#10;El contenido generado por IA puede ser incorrecto.">
            <a:extLst>
              <a:ext uri="{FF2B5EF4-FFF2-40B4-BE49-F238E27FC236}">
                <a16:creationId xmlns:a16="http://schemas.microsoft.com/office/drawing/2014/main" id="{CCA74D01-D084-B95A-5196-4F61C456E2A2}"/>
              </a:ext>
            </a:extLst>
          </p:cNvPr>
          <p:cNvPicPr>
            <a:picLocks noChangeAspect="1"/>
          </p:cNvPicPr>
          <p:nvPr/>
        </p:nvPicPr>
        <p:blipFill>
          <a:blip r:embed="rId2"/>
          <a:stretch>
            <a:fillRect/>
          </a:stretch>
        </p:blipFill>
        <p:spPr>
          <a:xfrm>
            <a:off x="8980287" y="892017"/>
            <a:ext cx="2850206" cy="3673100"/>
          </a:xfrm>
          <a:prstGeom prst="rect">
            <a:avLst/>
          </a:prstGeom>
        </p:spPr>
      </p:pic>
    </p:spTree>
    <p:extLst>
      <p:ext uri="{BB962C8B-B14F-4D97-AF65-F5344CB8AC3E}">
        <p14:creationId xmlns:p14="http://schemas.microsoft.com/office/powerpoint/2010/main" val="2172372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544C9-D72D-5507-E666-1BD5A95B611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F0FB1F7-0C8C-630C-37E6-CA80B9EB91C0}"/>
              </a:ext>
            </a:extLst>
          </p:cNvPr>
          <p:cNvSpPr>
            <a:spLocks noGrp="1"/>
          </p:cNvSpPr>
          <p:nvPr>
            <p:ph type="body" idx="1"/>
          </p:nvPr>
        </p:nvSpPr>
        <p:spPr>
          <a:xfrm>
            <a:off x="463703" y="0"/>
            <a:ext cx="10942906" cy="1557678"/>
          </a:xfrm>
          <a:solidFill>
            <a:schemeClr val="bg1"/>
          </a:solidFill>
        </p:spPr>
        <p:txBody>
          <a:bodyPr/>
          <a:lstStyle/>
          <a:p>
            <a:pPr marL="76200" indent="0">
              <a:spcBef>
                <a:spcPts val="600"/>
              </a:spcBef>
              <a:spcAft>
                <a:spcPts val="600"/>
              </a:spcAft>
              <a:buNone/>
            </a:pPr>
            <a:r>
              <a:rPr lang="en-GB" b="1" dirty="0">
                <a:solidFill>
                  <a:schemeClr val="tx1">
                    <a:lumMod val="50000"/>
                  </a:schemeClr>
                </a:solidFill>
              </a:rPr>
              <a:t>Working methodology:</a:t>
            </a:r>
          </a:p>
          <a:p>
            <a:pPr marL="533400" indent="-457200">
              <a:spcBef>
                <a:spcPts val="600"/>
              </a:spcBef>
              <a:spcAft>
                <a:spcPts val="600"/>
              </a:spcAft>
              <a:buAutoNum type="arabicPeriod"/>
            </a:pPr>
            <a:r>
              <a:rPr lang="en-GB" dirty="0">
                <a:solidFill>
                  <a:schemeClr val="tx1">
                    <a:lumMod val="50000"/>
                  </a:schemeClr>
                </a:solidFill>
              </a:rPr>
              <a:t>The core metadata elements are already mapped on </a:t>
            </a:r>
            <a:r>
              <a:rPr lang="en-GB" dirty="0" err="1">
                <a:solidFill>
                  <a:schemeClr val="tx1">
                    <a:lumMod val="50000"/>
                  </a:schemeClr>
                </a:solidFill>
              </a:rPr>
              <a:t>GeoDCAT</a:t>
            </a:r>
            <a:r>
              <a:rPr lang="en-GB" dirty="0">
                <a:solidFill>
                  <a:schemeClr val="tx1">
                    <a:lumMod val="50000"/>
                  </a:schemeClr>
                </a:solidFill>
              </a:rPr>
              <a:t>-AP 3.1.0. See </a:t>
            </a:r>
            <a:r>
              <a:rPr lang="en-GB" sz="1800" dirty="0">
                <a:solidFill>
                  <a:schemeClr val="tx1">
                    <a:lumMod val="50000"/>
                  </a:schemeClr>
                </a:solidFill>
                <a:hlinkClick r:id="rId2"/>
              </a:rPr>
              <a:t>https://semiceu.github.io/GeoDCAT-AP/releases/3.1.0/#inspire-and-iso-19115-mappings</a:t>
            </a:r>
            <a:endParaRPr lang="en-GB" sz="1800" dirty="0">
              <a:solidFill>
                <a:schemeClr val="tx1">
                  <a:lumMod val="50000"/>
                </a:schemeClr>
              </a:solidFill>
            </a:endParaRPr>
          </a:p>
          <a:p>
            <a:pPr marL="76200" indent="0">
              <a:spcBef>
                <a:spcPts val="600"/>
              </a:spcBef>
              <a:spcAft>
                <a:spcPts val="600"/>
              </a:spcAft>
              <a:buNone/>
            </a:pPr>
            <a:endParaRPr lang="en-GB" dirty="0">
              <a:solidFill>
                <a:schemeClr val="tx1">
                  <a:lumMod val="50000"/>
                </a:schemeClr>
              </a:solidFill>
            </a:endParaRPr>
          </a:p>
        </p:txBody>
      </p:sp>
      <p:graphicFrame>
        <p:nvGraphicFramePr>
          <p:cNvPr id="6" name="Tabla 5">
            <a:extLst>
              <a:ext uri="{FF2B5EF4-FFF2-40B4-BE49-F238E27FC236}">
                <a16:creationId xmlns:a16="http://schemas.microsoft.com/office/drawing/2014/main" id="{2CC02206-A7BE-F95E-700E-E99BBE23B35D}"/>
              </a:ext>
            </a:extLst>
          </p:cNvPr>
          <p:cNvGraphicFramePr>
            <a:graphicFrameLocks noGrp="1"/>
          </p:cNvGraphicFramePr>
          <p:nvPr>
            <p:extLst>
              <p:ext uri="{D42A27DB-BD31-4B8C-83A1-F6EECF244321}">
                <p14:modId xmlns:p14="http://schemas.microsoft.com/office/powerpoint/2010/main" val="2581912997"/>
              </p:ext>
            </p:extLst>
          </p:nvPr>
        </p:nvGraphicFramePr>
        <p:xfrm>
          <a:off x="306523" y="1557678"/>
          <a:ext cx="8040035" cy="4565793"/>
        </p:xfrm>
        <a:graphic>
          <a:graphicData uri="http://schemas.openxmlformats.org/drawingml/2006/table">
            <a:tbl>
              <a:tblPr>
                <a:tableStyleId>{5C22544A-7EE6-4342-B048-85BDC9FD1C3A}</a:tableStyleId>
              </a:tblPr>
              <a:tblGrid>
                <a:gridCol w="4162393">
                  <a:extLst>
                    <a:ext uri="{9D8B030D-6E8A-4147-A177-3AD203B41FA5}">
                      <a16:colId xmlns:a16="http://schemas.microsoft.com/office/drawing/2014/main" val="2373491425"/>
                    </a:ext>
                  </a:extLst>
                </a:gridCol>
                <a:gridCol w="3877642">
                  <a:extLst>
                    <a:ext uri="{9D8B030D-6E8A-4147-A177-3AD203B41FA5}">
                      <a16:colId xmlns:a16="http://schemas.microsoft.com/office/drawing/2014/main" val="3187648379"/>
                    </a:ext>
                  </a:extLst>
                </a:gridCol>
              </a:tblGrid>
              <a:tr h="357216">
                <a:tc>
                  <a:txBody>
                    <a:bodyPr/>
                    <a:lstStyle/>
                    <a:p>
                      <a:pPr algn="just">
                        <a:lnSpc>
                          <a:spcPct val="100000"/>
                        </a:lnSpc>
                        <a:spcBef>
                          <a:spcPts val="300"/>
                        </a:spcBef>
                        <a:spcAft>
                          <a:spcPts val="300"/>
                        </a:spcAft>
                        <a:buNone/>
                      </a:pPr>
                      <a:r>
                        <a:rPr lang="en-GB" sz="1600" dirty="0">
                          <a:effectLst/>
                          <a:latin typeface="Aptos" panose="020B0004020202020204" pitchFamily="34" charset="0"/>
                        </a:rPr>
                        <a:t>Dataset title (M) </a:t>
                      </a:r>
                    </a:p>
                  </a:txBody>
                  <a:tcPr marL="123074" marR="123074" marT="0" marB="0" anchor="ctr"/>
                </a:tc>
                <a:tc>
                  <a:txBody>
                    <a:bodyPr/>
                    <a:lstStyle/>
                    <a:p>
                      <a:pPr algn="just">
                        <a:lnSpc>
                          <a:spcPct val="100000"/>
                        </a:lnSpc>
                        <a:spcBef>
                          <a:spcPts val="300"/>
                        </a:spcBef>
                        <a:spcAft>
                          <a:spcPts val="300"/>
                        </a:spcAft>
                        <a:buNone/>
                      </a:pPr>
                      <a:r>
                        <a:rPr lang="en-GB" sz="1600" dirty="0">
                          <a:effectLst/>
                          <a:latin typeface="Aptos" panose="020B0004020202020204" pitchFamily="34" charset="0"/>
                        </a:rPr>
                        <a:t>Spatial representation type (O) </a:t>
                      </a:r>
                    </a:p>
                  </a:txBody>
                  <a:tcPr marL="123074" marR="123074" marT="0" marB="0" anchor="ctr"/>
                </a:tc>
                <a:extLst>
                  <a:ext uri="{0D108BD9-81ED-4DB2-BD59-A6C34878D82A}">
                    <a16:rowId xmlns:a16="http://schemas.microsoft.com/office/drawing/2014/main" val="988869829"/>
                  </a:ext>
                </a:extLst>
              </a:tr>
              <a:tr h="357216">
                <a:tc>
                  <a:txBody>
                    <a:bodyPr/>
                    <a:lstStyle/>
                    <a:p>
                      <a:pPr algn="just">
                        <a:lnSpc>
                          <a:spcPct val="100000"/>
                        </a:lnSpc>
                        <a:spcBef>
                          <a:spcPts val="300"/>
                        </a:spcBef>
                        <a:spcAft>
                          <a:spcPts val="300"/>
                        </a:spcAft>
                        <a:buNone/>
                      </a:pPr>
                      <a:r>
                        <a:rPr lang="en-GB" sz="1600" dirty="0">
                          <a:effectLst/>
                          <a:latin typeface="Aptos" panose="020B0004020202020204" pitchFamily="34" charset="0"/>
                        </a:rPr>
                        <a:t>Dataset reference date (M) </a:t>
                      </a:r>
                    </a:p>
                  </a:txBody>
                  <a:tcPr marL="123074" marR="123074" marT="0" marB="0" anchor="ctr"/>
                </a:tc>
                <a:tc>
                  <a:txBody>
                    <a:bodyPr/>
                    <a:lstStyle/>
                    <a:p>
                      <a:pPr algn="just">
                        <a:lnSpc>
                          <a:spcPct val="100000"/>
                        </a:lnSpc>
                        <a:spcBef>
                          <a:spcPts val="300"/>
                        </a:spcBef>
                        <a:spcAft>
                          <a:spcPts val="300"/>
                        </a:spcAft>
                        <a:buNone/>
                      </a:pPr>
                      <a:r>
                        <a:rPr lang="en-GB" sz="1600" dirty="0">
                          <a:effectLst/>
                          <a:latin typeface="Aptos" panose="020B0004020202020204" pitchFamily="34" charset="0"/>
                        </a:rPr>
                        <a:t>Reference system (O) </a:t>
                      </a:r>
                    </a:p>
                  </a:txBody>
                  <a:tcPr marL="123074" marR="123074" marT="0" marB="0" anchor="ctr"/>
                </a:tc>
                <a:extLst>
                  <a:ext uri="{0D108BD9-81ED-4DB2-BD59-A6C34878D82A}">
                    <a16:rowId xmlns:a16="http://schemas.microsoft.com/office/drawing/2014/main" val="1614768191"/>
                  </a:ext>
                </a:extLst>
              </a:tr>
              <a:tr h="357216">
                <a:tc>
                  <a:txBody>
                    <a:bodyPr/>
                    <a:lstStyle/>
                    <a:p>
                      <a:pPr algn="just">
                        <a:lnSpc>
                          <a:spcPct val="100000"/>
                        </a:lnSpc>
                        <a:spcBef>
                          <a:spcPts val="300"/>
                        </a:spcBef>
                        <a:spcAft>
                          <a:spcPts val="300"/>
                        </a:spcAft>
                        <a:buNone/>
                      </a:pPr>
                      <a:r>
                        <a:rPr lang="en-GB" sz="1600" dirty="0">
                          <a:effectLst/>
                          <a:latin typeface="Aptos" panose="020B0004020202020204" pitchFamily="34" charset="0"/>
                        </a:rPr>
                        <a:t>Dataset responsible party (O) </a:t>
                      </a:r>
                    </a:p>
                  </a:txBody>
                  <a:tcPr marL="123074" marR="123074" marT="0" marB="0" anchor="ctr"/>
                </a:tc>
                <a:tc>
                  <a:txBody>
                    <a:bodyPr/>
                    <a:lstStyle/>
                    <a:p>
                      <a:pPr algn="just">
                        <a:lnSpc>
                          <a:spcPct val="100000"/>
                        </a:lnSpc>
                        <a:spcBef>
                          <a:spcPts val="300"/>
                        </a:spcBef>
                        <a:spcAft>
                          <a:spcPts val="300"/>
                        </a:spcAft>
                        <a:buNone/>
                      </a:pPr>
                      <a:r>
                        <a:rPr lang="en-GB" sz="1600" dirty="0">
                          <a:effectLst/>
                          <a:latin typeface="Aptos" panose="020B0004020202020204" pitchFamily="34" charset="0"/>
                        </a:rPr>
                        <a:t>Lineage statement (O) </a:t>
                      </a:r>
                    </a:p>
                  </a:txBody>
                  <a:tcPr marL="123074" marR="123074" marT="0" marB="0" anchor="ctr"/>
                </a:tc>
                <a:extLst>
                  <a:ext uri="{0D108BD9-81ED-4DB2-BD59-A6C34878D82A}">
                    <a16:rowId xmlns:a16="http://schemas.microsoft.com/office/drawing/2014/main" val="2248339914"/>
                  </a:ext>
                </a:extLst>
              </a:tr>
              <a:tr h="438175">
                <a:tc>
                  <a:txBody>
                    <a:bodyPr/>
                    <a:lstStyle/>
                    <a:p>
                      <a:pPr algn="just">
                        <a:lnSpc>
                          <a:spcPct val="100000"/>
                        </a:lnSpc>
                        <a:spcBef>
                          <a:spcPts val="300"/>
                        </a:spcBef>
                        <a:spcAft>
                          <a:spcPts val="300"/>
                        </a:spcAft>
                        <a:buNone/>
                      </a:pPr>
                      <a:r>
                        <a:rPr lang="en-GB" sz="1600" dirty="0">
                          <a:effectLst/>
                          <a:latin typeface="Aptos" panose="020B0004020202020204" pitchFamily="34" charset="0"/>
                        </a:rPr>
                        <a:t>Geographic location of the dataset (by four coordinates or by geographic identifier) (C) </a:t>
                      </a:r>
                    </a:p>
                  </a:txBody>
                  <a:tcPr marL="123074" marR="123074" marT="0" marB="0" anchor="ctr"/>
                </a:tc>
                <a:tc>
                  <a:txBody>
                    <a:bodyPr/>
                    <a:lstStyle/>
                    <a:p>
                      <a:pPr algn="just">
                        <a:lnSpc>
                          <a:spcPct val="100000"/>
                        </a:lnSpc>
                        <a:spcBef>
                          <a:spcPts val="300"/>
                        </a:spcBef>
                        <a:spcAft>
                          <a:spcPts val="300"/>
                        </a:spcAft>
                        <a:buNone/>
                      </a:pPr>
                      <a:r>
                        <a:rPr lang="en-GB" sz="1600" dirty="0">
                          <a:effectLst/>
                          <a:latin typeface="Aptos" panose="020B0004020202020204" pitchFamily="34" charset="0"/>
                        </a:rPr>
                        <a:t>On-line resource (O) </a:t>
                      </a:r>
                    </a:p>
                  </a:txBody>
                  <a:tcPr marL="123074" marR="123074" marT="0" marB="0" anchor="ctr"/>
                </a:tc>
                <a:extLst>
                  <a:ext uri="{0D108BD9-81ED-4DB2-BD59-A6C34878D82A}">
                    <a16:rowId xmlns:a16="http://schemas.microsoft.com/office/drawing/2014/main" val="3870860180"/>
                  </a:ext>
                </a:extLst>
              </a:tr>
              <a:tr h="357216">
                <a:tc>
                  <a:txBody>
                    <a:bodyPr/>
                    <a:lstStyle/>
                    <a:p>
                      <a:pPr algn="just">
                        <a:lnSpc>
                          <a:spcPct val="100000"/>
                        </a:lnSpc>
                        <a:spcBef>
                          <a:spcPts val="300"/>
                        </a:spcBef>
                        <a:spcAft>
                          <a:spcPts val="300"/>
                        </a:spcAft>
                        <a:buNone/>
                      </a:pPr>
                      <a:r>
                        <a:rPr lang="en-GB" sz="1600" dirty="0">
                          <a:effectLst/>
                          <a:latin typeface="Aptos" panose="020B0004020202020204" pitchFamily="34" charset="0"/>
                        </a:rPr>
                        <a:t>Dataset language (M) </a:t>
                      </a:r>
                    </a:p>
                  </a:txBody>
                  <a:tcPr marL="123074" marR="123074" marT="0" marB="0" anchor="ctr"/>
                </a:tc>
                <a:tc>
                  <a:txBody>
                    <a:bodyPr/>
                    <a:lstStyle/>
                    <a:p>
                      <a:pPr algn="just">
                        <a:lnSpc>
                          <a:spcPct val="100000"/>
                        </a:lnSpc>
                        <a:spcBef>
                          <a:spcPts val="300"/>
                        </a:spcBef>
                        <a:spcAft>
                          <a:spcPts val="300"/>
                        </a:spcAft>
                        <a:buNone/>
                      </a:pPr>
                      <a:r>
                        <a:rPr lang="pt-PT" sz="1600" dirty="0">
                          <a:effectLst/>
                          <a:latin typeface="Aptos" panose="020B0004020202020204" pitchFamily="34" charset="0"/>
                        </a:rPr>
                        <a:t>Metadata file identifier (O) </a:t>
                      </a:r>
                      <a:endParaRPr lang="en-GB" sz="1600" dirty="0">
                        <a:effectLst/>
                        <a:latin typeface="Aptos" panose="020B0004020202020204" pitchFamily="34" charset="0"/>
                      </a:endParaRPr>
                    </a:p>
                  </a:txBody>
                  <a:tcPr marL="123074" marR="123074" marT="0" marB="0" anchor="ctr"/>
                </a:tc>
                <a:extLst>
                  <a:ext uri="{0D108BD9-81ED-4DB2-BD59-A6C34878D82A}">
                    <a16:rowId xmlns:a16="http://schemas.microsoft.com/office/drawing/2014/main" val="190158124"/>
                  </a:ext>
                </a:extLst>
              </a:tr>
              <a:tr h="357216">
                <a:tc>
                  <a:txBody>
                    <a:bodyPr/>
                    <a:lstStyle/>
                    <a:p>
                      <a:pPr algn="just">
                        <a:lnSpc>
                          <a:spcPct val="100000"/>
                        </a:lnSpc>
                        <a:spcBef>
                          <a:spcPts val="300"/>
                        </a:spcBef>
                        <a:spcAft>
                          <a:spcPts val="300"/>
                        </a:spcAft>
                        <a:buNone/>
                      </a:pPr>
                      <a:r>
                        <a:rPr lang="en-GB" sz="1600" dirty="0">
                          <a:effectLst/>
                          <a:latin typeface="Aptos" panose="020B0004020202020204" pitchFamily="34" charset="0"/>
                        </a:rPr>
                        <a:t>Dataset character set (C) </a:t>
                      </a:r>
                    </a:p>
                  </a:txBody>
                  <a:tcPr marL="123074" marR="123074" marT="0" marB="0" anchor="ctr"/>
                </a:tc>
                <a:tc>
                  <a:txBody>
                    <a:bodyPr/>
                    <a:lstStyle/>
                    <a:p>
                      <a:pPr algn="just">
                        <a:lnSpc>
                          <a:spcPct val="100000"/>
                        </a:lnSpc>
                        <a:spcBef>
                          <a:spcPts val="300"/>
                        </a:spcBef>
                        <a:spcAft>
                          <a:spcPts val="300"/>
                        </a:spcAft>
                        <a:buNone/>
                      </a:pPr>
                      <a:r>
                        <a:rPr lang="en-GB" sz="1600" dirty="0">
                          <a:effectLst/>
                          <a:latin typeface="Aptos" panose="020B0004020202020204" pitchFamily="34" charset="0"/>
                        </a:rPr>
                        <a:t>Metadata standard name (O) </a:t>
                      </a:r>
                    </a:p>
                  </a:txBody>
                  <a:tcPr marL="123074" marR="123074" marT="0" marB="0" anchor="ctr"/>
                </a:tc>
                <a:extLst>
                  <a:ext uri="{0D108BD9-81ED-4DB2-BD59-A6C34878D82A}">
                    <a16:rowId xmlns:a16="http://schemas.microsoft.com/office/drawing/2014/main" val="1000717605"/>
                  </a:ext>
                </a:extLst>
              </a:tr>
              <a:tr h="357216">
                <a:tc>
                  <a:txBody>
                    <a:bodyPr/>
                    <a:lstStyle/>
                    <a:p>
                      <a:pPr algn="just">
                        <a:lnSpc>
                          <a:spcPct val="100000"/>
                        </a:lnSpc>
                        <a:spcBef>
                          <a:spcPts val="300"/>
                        </a:spcBef>
                        <a:spcAft>
                          <a:spcPts val="300"/>
                        </a:spcAft>
                        <a:buNone/>
                      </a:pPr>
                      <a:r>
                        <a:rPr lang="en-GB" sz="1600" dirty="0">
                          <a:effectLst/>
                          <a:latin typeface="Aptos" panose="020B0004020202020204" pitchFamily="34" charset="0"/>
                        </a:rPr>
                        <a:t>Dataset topic category (M) </a:t>
                      </a:r>
                    </a:p>
                  </a:txBody>
                  <a:tcPr marL="123074" marR="123074" marT="0" marB="0" anchor="ctr"/>
                </a:tc>
                <a:tc>
                  <a:txBody>
                    <a:bodyPr/>
                    <a:lstStyle/>
                    <a:p>
                      <a:pPr algn="just">
                        <a:lnSpc>
                          <a:spcPct val="100000"/>
                        </a:lnSpc>
                        <a:spcBef>
                          <a:spcPts val="300"/>
                        </a:spcBef>
                        <a:spcAft>
                          <a:spcPts val="300"/>
                        </a:spcAft>
                        <a:buNone/>
                      </a:pPr>
                      <a:r>
                        <a:rPr lang="en-GB" sz="1600" dirty="0">
                          <a:effectLst/>
                          <a:latin typeface="Aptos" panose="020B0004020202020204" pitchFamily="34" charset="0"/>
                        </a:rPr>
                        <a:t>Metadata standard version (O) </a:t>
                      </a:r>
                    </a:p>
                  </a:txBody>
                  <a:tcPr marL="123074" marR="123074" marT="0" marB="0" anchor="ctr"/>
                </a:tc>
                <a:extLst>
                  <a:ext uri="{0D108BD9-81ED-4DB2-BD59-A6C34878D82A}">
                    <a16:rowId xmlns:a16="http://schemas.microsoft.com/office/drawing/2014/main" val="3435361197"/>
                  </a:ext>
                </a:extLst>
              </a:tr>
              <a:tr h="357216">
                <a:tc>
                  <a:txBody>
                    <a:bodyPr/>
                    <a:lstStyle/>
                    <a:p>
                      <a:pPr algn="just">
                        <a:lnSpc>
                          <a:spcPct val="100000"/>
                        </a:lnSpc>
                        <a:spcBef>
                          <a:spcPts val="300"/>
                        </a:spcBef>
                        <a:spcAft>
                          <a:spcPts val="300"/>
                        </a:spcAft>
                        <a:buNone/>
                      </a:pPr>
                      <a:r>
                        <a:rPr lang="en-GB" sz="1600" dirty="0">
                          <a:effectLst/>
                          <a:latin typeface="Aptos" panose="020B0004020202020204" pitchFamily="34" charset="0"/>
                        </a:rPr>
                        <a:t>Scale of the dataset (O) </a:t>
                      </a:r>
                    </a:p>
                  </a:txBody>
                  <a:tcPr marL="123074" marR="123074" marT="0" marB="0" anchor="ctr"/>
                </a:tc>
                <a:tc>
                  <a:txBody>
                    <a:bodyPr/>
                    <a:lstStyle/>
                    <a:p>
                      <a:pPr algn="just">
                        <a:lnSpc>
                          <a:spcPct val="100000"/>
                        </a:lnSpc>
                        <a:spcBef>
                          <a:spcPts val="300"/>
                        </a:spcBef>
                        <a:spcAft>
                          <a:spcPts val="300"/>
                        </a:spcAft>
                        <a:buNone/>
                      </a:pPr>
                      <a:r>
                        <a:rPr lang="en-GB" sz="1600" dirty="0">
                          <a:effectLst/>
                          <a:latin typeface="Aptos" panose="020B0004020202020204" pitchFamily="34" charset="0"/>
                        </a:rPr>
                        <a:t>Metadata language (C) </a:t>
                      </a:r>
                    </a:p>
                  </a:txBody>
                  <a:tcPr marL="123074" marR="123074" marT="0" marB="0" anchor="ctr"/>
                </a:tc>
                <a:extLst>
                  <a:ext uri="{0D108BD9-81ED-4DB2-BD59-A6C34878D82A}">
                    <a16:rowId xmlns:a16="http://schemas.microsoft.com/office/drawing/2014/main" val="487484037"/>
                  </a:ext>
                </a:extLst>
              </a:tr>
              <a:tr h="357216">
                <a:tc>
                  <a:txBody>
                    <a:bodyPr/>
                    <a:lstStyle/>
                    <a:p>
                      <a:pPr algn="just">
                        <a:lnSpc>
                          <a:spcPct val="100000"/>
                        </a:lnSpc>
                        <a:spcBef>
                          <a:spcPts val="300"/>
                        </a:spcBef>
                        <a:spcAft>
                          <a:spcPts val="300"/>
                        </a:spcAft>
                        <a:buNone/>
                      </a:pPr>
                      <a:r>
                        <a:rPr lang="en-GB" sz="1600" dirty="0">
                          <a:effectLst/>
                          <a:latin typeface="Aptos" panose="020B0004020202020204" pitchFamily="34" charset="0"/>
                        </a:rPr>
                        <a:t>Abstract describing the dataset (M) </a:t>
                      </a:r>
                    </a:p>
                  </a:txBody>
                  <a:tcPr marL="123074" marR="123074" marT="0" marB="0" anchor="ctr"/>
                </a:tc>
                <a:tc>
                  <a:txBody>
                    <a:bodyPr/>
                    <a:lstStyle/>
                    <a:p>
                      <a:pPr algn="just">
                        <a:lnSpc>
                          <a:spcPct val="100000"/>
                        </a:lnSpc>
                        <a:spcBef>
                          <a:spcPts val="300"/>
                        </a:spcBef>
                        <a:spcAft>
                          <a:spcPts val="300"/>
                        </a:spcAft>
                        <a:buNone/>
                      </a:pPr>
                      <a:r>
                        <a:rPr lang="en-GB" sz="1600" dirty="0">
                          <a:effectLst/>
                          <a:latin typeface="Aptos" panose="020B0004020202020204" pitchFamily="34" charset="0"/>
                        </a:rPr>
                        <a:t>Metadata character set (C) </a:t>
                      </a:r>
                    </a:p>
                  </a:txBody>
                  <a:tcPr marL="123074" marR="123074" marT="0" marB="0" anchor="ctr"/>
                </a:tc>
                <a:extLst>
                  <a:ext uri="{0D108BD9-81ED-4DB2-BD59-A6C34878D82A}">
                    <a16:rowId xmlns:a16="http://schemas.microsoft.com/office/drawing/2014/main" val="3761710345"/>
                  </a:ext>
                </a:extLst>
              </a:tr>
              <a:tr h="357216">
                <a:tc>
                  <a:txBody>
                    <a:bodyPr/>
                    <a:lstStyle/>
                    <a:p>
                      <a:pPr algn="just">
                        <a:lnSpc>
                          <a:spcPct val="100000"/>
                        </a:lnSpc>
                        <a:spcBef>
                          <a:spcPts val="300"/>
                        </a:spcBef>
                        <a:spcAft>
                          <a:spcPts val="300"/>
                        </a:spcAft>
                        <a:buNone/>
                      </a:pPr>
                      <a:r>
                        <a:rPr lang="en-GB" sz="1600" dirty="0">
                          <a:effectLst/>
                          <a:latin typeface="Aptos" panose="020B0004020202020204" pitchFamily="34" charset="0"/>
                        </a:rPr>
                        <a:t>Dataset format name (O) </a:t>
                      </a:r>
                    </a:p>
                  </a:txBody>
                  <a:tcPr marL="123074" marR="123074" marT="0" marB="0" anchor="ctr"/>
                </a:tc>
                <a:tc>
                  <a:txBody>
                    <a:bodyPr/>
                    <a:lstStyle/>
                    <a:p>
                      <a:pPr algn="just">
                        <a:lnSpc>
                          <a:spcPct val="100000"/>
                        </a:lnSpc>
                        <a:spcBef>
                          <a:spcPts val="300"/>
                        </a:spcBef>
                        <a:spcAft>
                          <a:spcPts val="300"/>
                        </a:spcAft>
                        <a:buNone/>
                      </a:pPr>
                      <a:r>
                        <a:rPr lang="en-GB" sz="1600" dirty="0">
                          <a:effectLst/>
                          <a:latin typeface="Aptos" panose="020B0004020202020204" pitchFamily="34" charset="0"/>
                        </a:rPr>
                        <a:t>Metadata point of contact (M) </a:t>
                      </a:r>
                    </a:p>
                  </a:txBody>
                  <a:tcPr marL="123074" marR="123074" marT="0" marB="0" anchor="ctr"/>
                </a:tc>
                <a:extLst>
                  <a:ext uri="{0D108BD9-81ED-4DB2-BD59-A6C34878D82A}">
                    <a16:rowId xmlns:a16="http://schemas.microsoft.com/office/drawing/2014/main" val="2967864380"/>
                  </a:ext>
                </a:extLst>
              </a:tr>
              <a:tr h="357216">
                <a:tc>
                  <a:txBody>
                    <a:bodyPr/>
                    <a:lstStyle/>
                    <a:p>
                      <a:pPr algn="just">
                        <a:lnSpc>
                          <a:spcPct val="100000"/>
                        </a:lnSpc>
                        <a:spcBef>
                          <a:spcPts val="300"/>
                        </a:spcBef>
                        <a:spcAft>
                          <a:spcPts val="300"/>
                        </a:spcAft>
                        <a:buNone/>
                      </a:pPr>
                      <a:r>
                        <a:rPr lang="en-GB" sz="1600" dirty="0">
                          <a:effectLst/>
                          <a:latin typeface="Aptos" panose="020B0004020202020204" pitchFamily="34" charset="0"/>
                        </a:rPr>
                        <a:t>Dataset format version (O) </a:t>
                      </a:r>
                    </a:p>
                  </a:txBody>
                  <a:tcPr marL="123074" marR="123074" marT="0" marB="0" anchor="ctr"/>
                </a:tc>
                <a:tc>
                  <a:txBody>
                    <a:bodyPr/>
                    <a:lstStyle/>
                    <a:p>
                      <a:pPr algn="just">
                        <a:lnSpc>
                          <a:spcPct val="100000"/>
                        </a:lnSpc>
                        <a:spcBef>
                          <a:spcPts val="300"/>
                        </a:spcBef>
                        <a:spcAft>
                          <a:spcPts val="300"/>
                        </a:spcAft>
                        <a:buNone/>
                      </a:pPr>
                      <a:r>
                        <a:rPr lang="en-GB" sz="1600" dirty="0">
                          <a:effectLst/>
                          <a:latin typeface="Aptos" panose="020B0004020202020204" pitchFamily="34" charset="0"/>
                        </a:rPr>
                        <a:t>Metadata date stamp (M) </a:t>
                      </a:r>
                    </a:p>
                  </a:txBody>
                  <a:tcPr marL="123074" marR="123074" marT="0" marB="0" anchor="ctr"/>
                </a:tc>
                <a:extLst>
                  <a:ext uri="{0D108BD9-81ED-4DB2-BD59-A6C34878D82A}">
                    <a16:rowId xmlns:a16="http://schemas.microsoft.com/office/drawing/2014/main" val="2127371887"/>
                  </a:ext>
                </a:extLst>
              </a:tr>
              <a:tr h="505953">
                <a:tc>
                  <a:txBody>
                    <a:bodyPr/>
                    <a:lstStyle/>
                    <a:p>
                      <a:pPr algn="just">
                        <a:lnSpc>
                          <a:spcPct val="100000"/>
                        </a:lnSpc>
                        <a:spcBef>
                          <a:spcPts val="300"/>
                        </a:spcBef>
                        <a:spcAft>
                          <a:spcPts val="300"/>
                        </a:spcAft>
                        <a:buNone/>
                      </a:pPr>
                      <a:r>
                        <a:rPr lang="en-GB" sz="1600" dirty="0">
                          <a:effectLst/>
                          <a:latin typeface="Aptos" panose="020B0004020202020204" pitchFamily="34" charset="0"/>
                        </a:rPr>
                        <a:t>Additional extent information for the dataset (vertical and temporal) (O) </a:t>
                      </a:r>
                    </a:p>
                  </a:txBody>
                  <a:tcPr marL="123074" marR="123074" marT="0" marB="0" anchor="ctr"/>
                </a:tc>
                <a:tc>
                  <a:txBody>
                    <a:bodyPr/>
                    <a:lstStyle/>
                    <a:p>
                      <a:pPr algn="just">
                        <a:lnSpc>
                          <a:spcPct val="100000"/>
                        </a:lnSpc>
                        <a:spcBef>
                          <a:spcPts val="300"/>
                        </a:spcBef>
                        <a:spcAft>
                          <a:spcPts val="300"/>
                        </a:spcAft>
                        <a:buNone/>
                      </a:pPr>
                      <a:r>
                        <a:rPr lang="en-GB" sz="1600" dirty="0">
                          <a:effectLst/>
                          <a:latin typeface="Aptos" panose="020B0004020202020204" pitchFamily="34" charset="0"/>
                        </a:rPr>
                        <a:t> </a:t>
                      </a:r>
                      <a:endParaRPr lang="en-GB" sz="16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123074" marR="123074" marT="0" marB="0" anchor="ctr"/>
                </a:tc>
                <a:extLst>
                  <a:ext uri="{0D108BD9-81ED-4DB2-BD59-A6C34878D82A}">
                    <a16:rowId xmlns:a16="http://schemas.microsoft.com/office/drawing/2014/main" val="2457299545"/>
                  </a:ext>
                </a:extLst>
              </a:tr>
            </a:tbl>
          </a:graphicData>
        </a:graphic>
      </p:graphicFrame>
      <p:sp>
        <p:nvSpPr>
          <p:cNvPr id="8" name="CuadroTexto 7">
            <a:extLst>
              <a:ext uri="{FF2B5EF4-FFF2-40B4-BE49-F238E27FC236}">
                <a16:creationId xmlns:a16="http://schemas.microsoft.com/office/drawing/2014/main" id="{24E37E65-3CB2-9995-E910-88714BF0BEFB}"/>
              </a:ext>
            </a:extLst>
          </p:cNvPr>
          <p:cNvSpPr txBox="1"/>
          <p:nvPr/>
        </p:nvSpPr>
        <p:spPr>
          <a:xfrm>
            <a:off x="8769202" y="1898550"/>
            <a:ext cx="2852184" cy="3728649"/>
          </a:xfrm>
          <a:prstGeom prst="rect">
            <a:avLst/>
          </a:prstGeom>
          <a:noFill/>
        </p:spPr>
        <p:txBody>
          <a:bodyPr wrap="square">
            <a:spAutoFit/>
          </a:bodyPr>
          <a:lstStyle/>
          <a:p>
            <a:pPr>
              <a:lnSpc>
                <a:spcPct val="150000"/>
              </a:lnSpc>
            </a:pPr>
            <a:r>
              <a:rPr lang="en-GB" sz="2000" dirty="0"/>
              <a:t>This includes bindings for metadata elements of the INSPIRE metadata, metadata elements in the core of [ISO-19115] for which DCAT-AP provides an RDF syntax binding.</a:t>
            </a:r>
          </a:p>
        </p:txBody>
      </p:sp>
    </p:spTree>
    <p:extLst>
      <p:ext uri="{BB962C8B-B14F-4D97-AF65-F5344CB8AC3E}">
        <p14:creationId xmlns:p14="http://schemas.microsoft.com/office/powerpoint/2010/main" val="20571282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B4196-EA31-5CF3-ABDD-883AD0C2373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CB09DD4-6605-AE50-A823-064166B9CC05}"/>
              </a:ext>
            </a:extLst>
          </p:cNvPr>
          <p:cNvSpPr>
            <a:spLocks noGrp="1"/>
          </p:cNvSpPr>
          <p:nvPr>
            <p:ph type="body" idx="1"/>
          </p:nvPr>
        </p:nvSpPr>
        <p:spPr>
          <a:xfrm>
            <a:off x="463703" y="0"/>
            <a:ext cx="10942906" cy="1754372"/>
          </a:xfrm>
          <a:solidFill>
            <a:schemeClr val="bg1"/>
          </a:solidFill>
        </p:spPr>
        <p:txBody>
          <a:bodyPr/>
          <a:lstStyle/>
          <a:p>
            <a:pPr marL="76200" indent="0">
              <a:spcBef>
                <a:spcPts val="600"/>
              </a:spcBef>
              <a:spcAft>
                <a:spcPts val="600"/>
              </a:spcAft>
              <a:buNone/>
            </a:pPr>
            <a:r>
              <a:rPr lang="en-GB" b="1" dirty="0">
                <a:solidFill>
                  <a:schemeClr val="tx1">
                    <a:lumMod val="50000"/>
                  </a:schemeClr>
                </a:solidFill>
              </a:rPr>
              <a:t>Working methodology:</a:t>
            </a:r>
          </a:p>
          <a:p>
            <a:pPr marL="533400" indent="-457200">
              <a:spcBef>
                <a:spcPts val="1800"/>
              </a:spcBef>
              <a:spcAft>
                <a:spcPts val="600"/>
              </a:spcAft>
              <a:buAutoNum type="arabicPeriod"/>
            </a:pPr>
            <a:r>
              <a:rPr lang="en-GB" dirty="0">
                <a:solidFill>
                  <a:schemeClr val="tx1">
                    <a:lumMod val="50000"/>
                  </a:schemeClr>
                </a:solidFill>
              </a:rPr>
              <a:t>Check GeoDCAT-AP Extended: </a:t>
            </a:r>
          </a:p>
          <a:p>
            <a:pPr marL="519113" indent="0">
              <a:spcBef>
                <a:spcPts val="600"/>
              </a:spcBef>
              <a:spcAft>
                <a:spcPts val="600"/>
              </a:spcAft>
              <a:buNone/>
            </a:pPr>
            <a:r>
              <a:rPr lang="en-GB" dirty="0">
                <a:solidFill>
                  <a:schemeClr val="tx1">
                    <a:lumMod val="50000"/>
                  </a:schemeClr>
                </a:solidFill>
              </a:rPr>
              <a:t>The alignments for INSPIRE and [ISO-19115] metadata elements that are not included in GeoDCAT-AP Core are defined in GeoDCAT-AP Extended. </a:t>
            </a:r>
          </a:p>
          <a:p>
            <a:pPr marL="519113" indent="0">
              <a:spcBef>
                <a:spcPts val="600"/>
              </a:spcBef>
              <a:spcAft>
                <a:spcPts val="600"/>
              </a:spcAft>
              <a:buNone/>
            </a:pPr>
            <a:r>
              <a:rPr lang="en-GB" dirty="0">
                <a:solidFill>
                  <a:schemeClr val="tx1">
                    <a:lumMod val="50000"/>
                  </a:schemeClr>
                </a:solidFill>
              </a:rPr>
              <a:t>See: </a:t>
            </a:r>
            <a:r>
              <a:rPr lang="en-GB" sz="2000" dirty="0">
                <a:solidFill>
                  <a:schemeClr val="tx1">
                    <a:lumMod val="50000"/>
                  </a:schemeClr>
                </a:solidFill>
                <a:hlinkClick r:id="rId2"/>
              </a:rPr>
              <a:t>https://semiceu.github.io/GeoDCAT-AP/releases/3.1.0/#overview-of-bindings-for-geodcat-ap-extended</a:t>
            </a:r>
            <a:endParaRPr lang="en-GB" sz="2000" dirty="0">
              <a:solidFill>
                <a:schemeClr val="tx1">
                  <a:lumMod val="50000"/>
                </a:schemeClr>
              </a:solidFill>
            </a:endParaRPr>
          </a:p>
          <a:p>
            <a:pPr marL="533400" indent="-457200">
              <a:spcBef>
                <a:spcPts val="600"/>
              </a:spcBef>
              <a:spcAft>
                <a:spcPts val="600"/>
              </a:spcAft>
              <a:buAutoNum type="arabicPeriod"/>
            </a:pPr>
            <a:endParaRPr lang="en-GB" dirty="0">
              <a:solidFill>
                <a:schemeClr val="tx1">
                  <a:lumMod val="50000"/>
                </a:schemeClr>
              </a:solidFill>
            </a:endParaRPr>
          </a:p>
          <a:p>
            <a:pPr marL="76200" indent="0">
              <a:spcBef>
                <a:spcPts val="600"/>
              </a:spcBef>
              <a:spcAft>
                <a:spcPts val="600"/>
              </a:spcAft>
              <a:buNone/>
            </a:pPr>
            <a:endParaRPr lang="en-GB" dirty="0">
              <a:solidFill>
                <a:schemeClr val="tx1">
                  <a:lumMod val="50000"/>
                </a:schemeClr>
              </a:solidFill>
            </a:endParaRPr>
          </a:p>
          <a:p>
            <a:pPr marL="533400" indent="-457200">
              <a:spcBef>
                <a:spcPts val="600"/>
              </a:spcBef>
              <a:spcAft>
                <a:spcPts val="600"/>
              </a:spcAft>
              <a:buAutoNum type="arabicPeriod"/>
            </a:pPr>
            <a:endParaRPr lang="en-GB" dirty="0">
              <a:solidFill>
                <a:schemeClr val="tx1">
                  <a:lumMod val="50000"/>
                </a:schemeClr>
              </a:solidFill>
            </a:endParaRPr>
          </a:p>
          <a:p>
            <a:pPr marL="533400" indent="-457200">
              <a:spcBef>
                <a:spcPts val="600"/>
              </a:spcBef>
              <a:spcAft>
                <a:spcPts val="600"/>
              </a:spcAft>
              <a:buAutoNum type="arabicPeriod"/>
            </a:pPr>
            <a:r>
              <a:rPr lang="en-GB" dirty="0">
                <a:solidFill>
                  <a:schemeClr val="tx1">
                    <a:lumMod val="50000"/>
                  </a:schemeClr>
                </a:solidFill>
              </a:rPr>
              <a:t>The cardinality and controlled lists in those mappings</a:t>
            </a:r>
          </a:p>
          <a:p>
            <a:pPr marL="533400" indent="-457200">
              <a:spcBef>
                <a:spcPts val="600"/>
              </a:spcBef>
              <a:spcAft>
                <a:spcPts val="600"/>
              </a:spcAft>
              <a:buFont typeface="Arial"/>
              <a:buAutoNum type="arabicPeriod"/>
            </a:pPr>
            <a:endParaRPr lang="en-GB" dirty="0">
              <a:solidFill>
                <a:schemeClr val="tx1">
                  <a:lumMod val="50000"/>
                </a:schemeClr>
              </a:solidFill>
            </a:endParaRPr>
          </a:p>
          <a:p>
            <a:pPr marL="533400" indent="-457200">
              <a:spcBef>
                <a:spcPts val="600"/>
              </a:spcBef>
              <a:spcAft>
                <a:spcPts val="600"/>
              </a:spcAft>
              <a:buFont typeface="Arial"/>
              <a:buAutoNum type="arabicPeriod"/>
            </a:pPr>
            <a:r>
              <a:rPr lang="en-GB" dirty="0">
                <a:solidFill>
                  <a:schemeClr val="tx1">
                    <a:lumMod val="50000"/>
                  </a:schemeClr>
                </a:solidFill>
              </a:rPr>
              <a:t>Compile the list of ISO metadata element </a:t>
            </a:r>
            <a:r>
              <a:rPr lang="en-GB" dirty="0"/>
              <a:t>losses in the ISO-to-GeoDCAT-AP SEMIC XSLT transformation.</a:t>
            </a:r>
          </a:p>
          <a:p>
            <a:pPr marL="533400" indent="-457200">
              <a:spcBef>
                <a:spcPts val="600"/>
              </a:spcBef>
              <a:spcAft>
                <a:spcPts val="600"/>
              </a:spcAft>
              <a:buAutoNum type="arabicPeriod"/>
            </a:pPr>
            <a:endParaRPr lang="en-GB" dirty="0">
              <a:solidFill>
                <a:schemeClr val="tx1">
                  <a:lumMod val="50000"/>
                </a:schemeClr>
              </a:solidFill>
            </a:endParaRPr>
          </a:p>
        </p:txBody>
      </p:sp>
      <p:pic>
        <p:nvPicPr>
          <p:cNvPr id="4" name="Imagen 3">
            <a:extLst>
              <a:ext uri="{FF2B5EF4-FFF2-40B4-BE49-F238E27FC236}">
                <a16:creationId xmlns:a16="http://schemas.microsoft.com/office/drawing/2014/main" id="{CC4A7DA7-DD9A-6C11-99F1-89A6C0FBB4C5}"/>
              </a:ext>
            </a:extLst>
          </p:cNvPr>
          <p:cNvPicPr>
            <a:picLocks noChangeAspect="1"/>
          </p:cNvPicPr>
          <p:nvPr/>
        </p:nvPicPr>
        <p:blipFill>
          <a:blip r:embed="rId3"/>
          <a:stretch>
            <a:fillRect/>
          </a:stretch>
        </p:blipFill>
        <p:spPr>
          <a:xfrm>
            <a:off x="627887" y="3971068"/>
            <a:ext cx="11107700" cy="1286054"/>
          </a:xfrm>
          <a:prstGeom prst="rect">
            <a:avLst/>
          </a:prstGeom>
        </p:spPr>
      </p:pic>
      <p:pic>
        <p:nvPicPr>
          <p:cNvPr id="7" name="Imagen 6">
            <a:extLst>
              <a:ext uri="{FF2B5EF4-FFF2-40B4-BE49-F238E27FC236}">
                <a16:creationId xmlns:a16="http://schemas.microsoft.com/office/drawing/2014/main" id="{E2D9DB0D-291B-902E-B512-BC2DBD59661C}"/>
              </a:ext>
            </a:extLst>
          </p:cNvPr>
          <p:cNvPicPr>
            <a:picLocks noChangeAspect="1"/>
          </p:cNvPicPr>
          <p:nvPr/>
        </p:nvPicPr>
        <p:blipFill>
          <a:blip r:embed="rId4"/>
          <a:stretch>
            <a:fillRect/>
          </a:stretch>
        </p:blipFill>
        <p:spPr>
          <a:xfrm>
            <a:off x="627887" y="3485847"/>
            <a:ext cx="11279174" cy="514422"/>
          </a:xfrm>
          <a:prstGeom prst="rect">
            <a:avLst/>
          </a:prstGeom>
        </p:spPr>
      </p:pic>
      <p:sp>
        <p:nvSpPr>
          <p:cNvPr id="8" name="CuadroTexto 7">
            <a:extLst>
              <a:ext uri="{FF2B5EF4-FFF2-40B4-BE49-F238E27FC236}">
                <a16:creationId xmlns:a16="http://schemas.microsoft.com/office/drawing/2014/main" id="{B2BB85FB-3120-F9DF-31EF-96B39299C3CC}"/>
              </a:ext>
            </a:extLst>
          </p:cNvPr>
          <p:cNvSpPr txBox="1"/>
          <p:nvPr/>
        </p:nvSpPr>
        <p:spPr>
          <a:xfrm rot="793087">
            <a:off x="10248419" y="2926253"/>
            <a:ext cx="1620285" cy="523220"/>
          </a:xfrm>
          <a:prstGeom prst="rect">
            <a:avLst/>
          </a:prstGeom>
          <a:noFill/>
        </p:spPr>
        <p:txBody>
          <a:bodyPr wrap="square" rtlCol="0">
            <a:spAutoFit/>
          </a:bodyPr>
          <a:lstStyle/>
          <a:p>
            <a:r>
              <a:rPr lang="es-ES" sz="2800" dirty="0">
                <a:solidFill>
                  <a:schemeClr val="accent6">
                    <a:lumMod val="75000"/>
                  </a:schemeClr>
                </a:solidFill>
              </a:rPr>
              <a:t>Example</a:t>
            </a:r>
            <a:endParaRPr lang="en-GB" sz="2800" dirty="0">
              <a:solidFill>
                <a:schemeClr val="accent6">
                  <a:lumMod val="75000"/>
                </a:schemeClr>
              </a:solidFill>
            </a:endParaRPr>
          </a:p>
        </p:txBody>
      </p:sp>
    </p:spTree>
    <p:extLst>
      <p:ext uri="{BB962C8B-B14F-4D97-AF65-F5344CB8AC3E}">
        <p14:creationId xmlns:p14="http://schemas.microsoft.com/office/powerpoint/2010/main" val="2189560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CCF32-357C-9F06-15E4-5BB0687E6C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7F42BE9-C89D-F1A9-4F20-1C3711E83406}"/>
              </a:ext>
            </a:extLst>
          </p:cNvPr>
          <p:cNvSpPr>
            <a:spLocks noGrp="1"/>
          </p:cNvSpPr>
          <p:nvPr>
            <p:ph type="body" idx="1"/>
          </p:nvPr>
        </p:nvSpPr>
        <p:spPr>
          <a:xfrm>
            <a:off x="463703" y="0"/>
            <a:ext cx="10942906" cy="1754372"/>
          </a:xfrm>
          <a:solidFill>
            <a:schemeClr val="bg1"/>
          </a:solidFill>
        </p:spPr>
        <p:txBody>
          <a:bodyPr/>
          <a:lstStyle/>
          <a:p>
            <a:pPr marL="76200" indent="0">
              <a:spcBef>
                <a:spcPts val="600"/>
              </a:spcBef>
              <a:spcAft>
                <a:spcPts val="600"/>
              </a:spcAft>
              <a:buNone/>
            </a:pPr>
            <a:r>
              <a:rPr lang="en-GB" b="1" dirty="0">
                <a:solidFill>
                  <a:schemeClr val="tx1">
                    <a:lumMod val="50000"/>
                  </a:schemeClr>
                </a:solidFill>
              </a:rPr>
              <a:t>How are we going to work? </a:t>
            </a:r>
          </a:p>
          <a:p>
            <a:pPr marL="76200" indent="0">
              <a:spcBef>
                <a:spcPts val="600"/>
              </a:spcBef>
              <a:spcAft>
                <a:spcPts val="600"/>
              </a:spcAft>
              <a:buNone/>
            </a:pPr>
            <a:endParaRPr lang="en-GB" b="1" dirty="0">
              <a:solidFill>
                <a:schemeClr val="tx1">
                  <a:lumMod val="50000"/>
                </a:schemeClr>
              </a:solidFill>
            </a:endParaRPr>
          </a:p>
          <a:p>
            <a:pPr marL="533400" indent="-457200">
              <a:spcBef>
                <a:spcPts val="600"/>
              </a:spcBef>
              <a:spcAft>
                <a:spcPts val="600"/>
              </a:spcAft>
              <a:buAutoNum type="arabicPeriod"/>
            </a:pPr>
            <a:r>
              <a:rPr lang="en-GB" dirty="0">
                <a:solidFill>
                  <a:schemeClr val="tx1">
                    <a:lumMod val="50000"/>
                  </a:schemeClr>
                </a:solidFill>
              </a:rPr>
              <a:t>You can report through the SEMIC GeoDCAT-AP GitHub repository any metadata elements that you think are missing. </a:t>
            </a:r>
          </a:p>
          <a:p>
            <a:pPr marL="517525" indent="0">
              <a:spcBef>
                <a:spcPts val="600"/>
              </a:spcBef>
              <a:spcAft>
                <a:spcPts val="600"/>
              </a:spcAft>
              <a:buNone/>
            </a:pPr>
            <a:r>
              <a:rPr lang="en-GB" dirty="0">
                <a:solidFill>
                  <a:schemeClr val="tx1">
                    <a:lumMod val="50000"/>
                  </a:schemeClr>
                </a:solidFill>
              </a:rPr>
              <a:t>If possible, please warn about it through email to (</a:t>
            </a:r>
            <a:r>
              <a:rPr lang="en-GB" dirty="0">
                <a:solidFill>
                  <a:schemeClr val="tx1">
                    <a:lumMod val="50000"/>
                  </a:schemeClr>
                </a:solidFill>
                <a:hlinkClick r:id="rId2"/>
              </a:rPr>
              <a:t>paloma.abad@cnig.es</a:t>
            </a:r>
            <a:r>
              <a:rPr lang="en-GB" dirty="0">
                <a:solidFill>
                  <a:schemeClr val="tx1">
                    <a:lumMod val="50000"/>
                  </a:schemeClr>
                </a:solidFill>
              </a:rPr>
              <a:t>, </a:t>
            </a:r>
            <a:r>
              <a:rPr lang="en-GB" dirty="0">
                <a:solidFill>
                  <a:schemeClr val="tx1">
                    <a:lumMod val="50000"/>
                  </a:schemeClr>
                </a:solidFill>
                <a:hlinkClick r:id="rId3"/>
              </a:rPr>
              <a:t>berta.carrion@cnig.es</a:t>
            </a:r>
            <a:r>
              <a:rPr lang="en-GB" dirty="0">
                <a:solidFill>
                  <a:schemeClr val="tx1">
                    <a:lumMod val="50000"/>
                  </a:schemeClr>
                </a:solidFill>
              </a:rPr>
              <a:t>, </a:t>
            </a:r>
            <a:r>
              <a:rPr lang="en-GB" dirty="0" err="1">
                <a:solidFill>
                  <a:schemeClr val="tx1">
                    <a:lumMod val="50000"/>
                  </a:schemeClr>
                </a:solidFill>
                <a:hlinkClick r:id="rId4"/>
              </a:rPr>
              <a:t>jordi.escriu</a:t>
            </a:r>
            <a:r>
              <a:rPr lang="it-IT" dirty="0">
                <a:solidFill>
                  <a:schemeClr val="tx1">
                    <a:lumMod val="50000"/>
                  </a:schemeClr>
                </a:solidFill>
                <a:hlinkClick r:id="rId4"/>
              </a:rPr>
              <a:t>@ec.europa.eu</a:t>
            </a:r>
            <a:r>
              <a:rPr lang="en-GB" dirty="0">
                <a:solidFill>
                  <a:schemeClr val="tx1">
                    <a:lumMod val="50000"/>
                  </a:schemeClr>
                </a:solidFill>
              </a:rPr>
              <a:t>)</a:t>
            </a:r>
          </a:p>
          <a:p>
            <a:pPr marL="533400" indent="-457200">
              <a:spcBef>
                <a:spcPts val="600"/>
              </a:spcBef>
              <a:spcAft>
                <a:spcPts val="600"/>
              </a:spcAft>
              <a:buAutoNum type="arabicPeriod"/>
            </a:pPr>
            <a:endParaRPr lang="en-GB" dirty="0">
              <a:solidFill>
                <a:schemeClr val="tx1">
                  <a:lumMod val="50000"/>
                </a:schemeClr>
              </a:solidFill>
            </a:endParaRPr>
          </a:p>
          <a:p>
            <a:pPr marL="533400" indent="-457200">
              <a:spcBef>
                <a:spcPts val="600"/>
              </a:spcBef>
              <a:spcAft>
                <a:spcPts val="600"/>
              </a:spcAft>
              <a:buAutoNum type="arabicPeriod"/>
            </a:pPr>
            <a:r>
              <a:rPr lang="en-GB" dirty="0">
                <a:solidFill>
                  <a:schemeClr val="tx1">
                    <a:lumMod val="50000"/>
                  </a:schemeClr>
                </a:solidFill>
              </a:rPr>
              <a:t>You can include the metadata elements in the share Excel file.</a:t>
            </a:r>
          </a:p>
          <a:p>
            <a:pPr marL="533400" indent="-457200">
              <a:spcBef>
                <a:spcPts val="600"/>
              </a:spcBef>
              <a:spcAft>
                <a:spcPts val="600"/>
              </a:spcAft>
              <a:buAutoNum type="arabicPeriod"/>
            </a:pPr>
            <a:endParaRPr lang="en-GB" dirty="0">
              <a:solidFill>
                <a:schemeClr val="tx1">
                  <a:lumMod val="50000"/>
                </a:schemeClr>
              </a:solidFill>
            </a:endParaRPr>
          </a:p>
          <a:p>
            <a:pPr marL="533400" indent="-457200">
              <a:spcBef>
                <a:spcPts val="600"/>
              </a:spcBef>
              <a:spcAft>
                <a:spcPts val="600"/>
              </a:spcAft>
              <a:buAutoNum type="arabicPeriod"/>
            </a:pPr>
            <a:endParaRPr lang="en-GB" dirty="0">
              <a:solidFill>
                <a:schemeClr val="tx1">
                  <a:lumMod val="50000"/>
                </a:schemeClr>
              </a:solidFill>
            </a:endParaRPr>
          </a:p>
          <a:p>
            <a:pPr marL="533400" indent="-457200">
              <a:spcBef>
                <a:spcPts val="600"/>
              </a:spcBef>
              <a:spcAft>
                <a:spcPts val="600"/>
              </a:spcAft>
              <a:buAutoNum type="arabicPeriod"/>
            </a:pPr>
            <a:endParaRPr lang="en-GB" dirty="0">
              <a:solidFill>
                <a:schemeClr val="tx1">
                  <a:lumMod val="50000"/>
                </a:schemeClr>
              </a:solidFill>
            </a:endParaRPr>
          </a:p>
        </p:txBody>
      </p:sp>
      <p:graphicFrame>
        <p:nvGraphicFramePr>
          <p:cNvPr id="3" name="Tabla 2">
            <a:extLst>
              <a:ext uri="{FF2B5EF4-FFF2-40B4-BE49-F238E27FC236}">
                <a16:creationId xmlns:a16="http://schemas.microsoft.com/office/drawing/2014/main" id="{913FBBAD-9140-1AFF-BFE0-DD3EC459C787}"/>
              </a:ext>
            </a:extLst>
          </p:cNvPr>
          <p:cNvGraphicFramePr>
            <a:graphicFrameLocks noGrp="1"/>
          </p:cNvGraphicFramePr>
          <p:nvPr>
            <p:extLst>
              <p:ext uri="{D42A27DB-BD31-4B8C-83A1-F6EECF244321}">
                <p14:modId xmlns:p14="http://schemas.microsoft.com/office/powerpoint/2010/main" val="4206693499"/>
              </p:ext>
            </p:extLst>
          </p:nvPr>
        </p:nvGraphicFramePr>
        <p:xfrm>
          <a:off x="624546" y="3084768"/>
          <a:ext cx="10942907" cy="2926080"/>
        </p:xfrm>
        <a:graphic>
          <a:graphicData uri="http://schemas.openxmlformats.org/drawingml/2006/table">
            <a:tbl>
              <a:tblPr>
                <a:tableStyleId>{5C22544A-7EE6-4342-B048-85BDC9FD1C3A}</a:tableStyleId>
              </a:tblPr>
              <a:tblGrid>
                <a:gridCol w="1978619">
                  <a:extLst>
                    <a:ext uri="{9D8B030D-6E8A-4147-A177-3AD203B41FA5}">
                      <a16:colId xmlns:a16="http://schemas.microsoft.com/office/drawing/2014/main" val="2698307781"/>
                    </a:ext>
                  </a:extLst>
                </a:gridCol>
                <a:gridCol w="3042549">
                  <a:extLst>
                    <a:ext uri="{9D8B030D-6E8A-4147-A177-3AD203B41FA5}">
                      <a16:colId xmlns:a16="http://schemas.microsoft.com/office/drawing/2014/main" val="489552376"/>
                    </a:ext>
                  </a:extLst>
                </a:gridCol>
                <a:gridCol w="5921739">
                  <a:extLst>
                    <a:ext uri="{9D8B030D-6E8A-4147-A177-3AD203B41FA5}">
                      <a16:colId xmlns:a16="http://schemas.microsoft.com/office/drawing/2014/main" val="1680456617"/>
                    </a:ext>
                  </a:extLst>
                </a:gridCol>
              </a:tblGrid>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600" dirty="0">
                          <a:effectLst/>
                          <a:latin typeface="Helvetica" panose="020B0604020202020204" pitchFamily="34" charset="0"/>
                          <a:ea typeface="Times New Roman" panose="02020603050405020304" pitchFamily="18" charset="0"/>
                          <a:cs typeface="Times New Roman" panose="02020603050405020304" pitchFamily="18" charset="0"/>
                        </a:rPr>
                        <a:t>ISO 19115:2003</a:t>
                      </a:r>
                    </a:p>
                    <a:p>
                      <a:pPr>
                        <a:buNone/>
                      </a:pPr>
                      <a:endParaRPr lang="en-GB" sz="16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35560" marR="35560" marT="0" marB="0"/>
                </a:tc>
                <a:tc>
                  <a:txBody>
                    <a:bodyPr/>
                    <a:lstStyle/>
                    <a:p>
                      <a:pPr>
                        <a:buNone/>
                      </a:pPr>
                      <a:r>
                        <a:rPr lang="en-GB" sz="1600" b="1" dirty="0" err="1">
                          <a:effectLst/>
                        </a:rPr>
                        <a:t>DQ_Element</a:t>
                      </a:r>
                      <a:endParaRPr lang="en-GB" sz="1600" b="1"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35560" marR="35560" marT="0" marB="0"/>
                </a:tc>
                <a:tc>
                  <a:txBody>
                    <a:bodyPr/>
                    <a:lstStyle/>
                    <a:p>
                      <a:pPr>
                        <a:buNone/>
                      </a:pPr>
                      <a:r>
                        <a:rPr lang="en-GB" sz="1600">
                          <a:effectLst/>
                        </a:rPr>
                        <a:t>type of test applied to the data specified by a data quality scope</a:t>
                      </a:r>
                      <a:endParaRPr lang="en-GB" sz="1600">
                        <a:effectLst/>
                        <a:latin typeface="Helvetica" panose="020B0604020202020204" pitchFamily="34" charset="0"/>
                        <a:ea typeface="Times New Roman" panose="02020603050405020304" pitchFamily="18" charset="0"/>
                        <a:cs typeface="Times New Roman" panose="02020603050405020304" pitchFamily="18" charset="0"/>
                      </a:endParaRPr>
                    </a:p>
                  </a:txBody>
                  <a:tcPr marL="35560" marR="35560" marT="0" marB="0"/>
                </a:tc>
                <a:extLst>
                  <a:ext uri="{0D108BD9-81ED-4DB2-BD59-A6C34878D82A}">
                    <a16:rowId xmlns:a16="http://schemas.microsoft.com/office/drawing/2014/main" val="1758954317"/>
                  </a:ext>
                </a:extLst>
              </a:tr>
              <a:tr h="0">
                <a:tc>
                  <a:txBody>
                    <a:bodyPr/>
                    <a:lstStyle/>
                    <a:p>
                      <a:pPr>
                        <a:buNone/>
                      </a:pPr>
                      <a:endParaRPr lang="en-GB" sz="16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35560" marR="35560" marT="0" marB="0"/>
                </a:tc>
                <a:tc>
                  <a:txBody>
                    <a:bodyPr/>
                    <a:lstStyle/>
                    <a:p>
                      <a:pPr>
                        <a:buNone/>
                      </a:pPr>
                      <a:r>
                        <a:rPr lang="en-GB" sz="1600">
                          <a:effectLst/>
                        </a:rPr>
                        <a:t>nameOfMeasure</a:t>
                      </a:r>
                      <a:endParaRPr lang="en-GB" sz="1600">
                        <a:effectLst/>
                        <a:latin typeface="Helvetica" panose="020B0604020202020204" pitchFamily="34" charset="0"/>
                        <a:ea typeface="Times New Roman" panose="02020603050405020304" pitchFamily="18" charset="0"/>
                        <a:cs typeface="Times New Roman" panose="02020603050405020304" pitchFamily="18" charset="0"/>
                      </a:endParaRPr>
                    </a:p>
                  </a:txBody>
                  <a:tcPr marL="35560" marR="35560" marT="0" marB="0"/>
                </a:tc>
                <a:tc>
                  <a:txBody>
                    <a:bodyPr/>
                    <a:lstStyle/>
                    <a:p>
                      <a:pPr>
                        <a:buNone/>
                      </a:pPr>
                      <a:r>
                        <a:rPr lang="en-GB" sz="1600">
                          <a:effectLst/>
                        </a:rPr>
                        <a:t>name of the test applied to the data</a:t>
                      </a:r>
                      <a:endParaRPr lang="en-GB" sz="1600">
                        <a:effectLst/>
                        <a:latin typeface="Helvetica" panose="020B0604020202020204" pitchFamily="34" charset="0"/>
                        <a:ea typeface="Times New Roman" panose="02020603050405020304" pitchFamily="18" charset="0"/>
                        <a:cs typeface="Times New Roman" panose="02020603050405020304" pitchFamily="18" charset="0"/>
                      </a:endParaRPr>
                    </a:p>
                  </a:txBody>
                  <a:tcPr marL="35560" marR="35560" marT="0" marB="0"/>
                </a:tc>
                <a:extLst>
                  <a:ext uri="{0D108BD9-81ED-4DB2-BD59-A6C34878D82A}">
                    <a16:rowId xmlns:a16="http://schemas.microsoft.com/office/drawing/2014/main" val="2397634462"/>
                  </a:ext>
                </a:extLst>
              </a:tr>
              <a:tr h="0">
                <a:tc>
                  <a:txBody>
                    <a:bodyPr/>
                    <a:lstStyle/>
                    <a:p>
                      <a:pPr>
                        <a:buNone/>
                      </a:pPr>
                      <a:r>
                        <a:rPr lang="en-GB" sz="1600" dirty="0">
                          <a:effectLst/>
                          <a:latin typeface="Helvetica" panose="020B0604020202020204" pitchFamily="34" charset="0"/>
                          <a:ea typeface="Times New Roman" panose="02020603050405020304" pitchFamily="18" charset="0"/>
                          <a:cs typeface="Times New Roman" panose="02020603050405020304" pitchFamily="18" charset="0"/>
                        </a:rPr>
                        <a:t>ISO 19115 path</a:t>
                      </a:r>
                    </a:p>
                  </a:txBody>
                  <a:tcPr marL="35560" marR="35560" marT="0" marB="0"/>
                </a:tc>
                <a:tc>
                  <a:txBody>
                    <a:bodyPr/>
                    <a:lstStyle/>
                    <a:p>
                      <a:pPr>
                        <a:buNone/>
                      </a:pPr>
                      <a:r>
                        <a:rPr lang="en-GB" sz="1400" b="0" i="0" u="none" strike="noStrike" cap="none" dirty="0">
                          <a:solidFill>
                            <a:schemeClr val="dk1"/>
                          </a:solidFill>
                          <a:latin typeface="+mn-lt"/>
                          <a:ea typeface="+mn-ea"/>
                          <a:cs typeface="+mn-cs"/>
                          <a:sym typeface="Arial"/>
                        </a:rPr>
                        <a:t>./</a:t>
                      </a:r>
                      <a:r>
                        <a:rPr lang="en-GB" sz="1400" b="0" i="0" u="none" strike="noStrike" cap="none" dirty="0" err="1">
                          <a:solidFill>
                            <a:schemeClr val="dk1"/>
                          </a:solidFill>
                          <a:latin typeface="+mn-lt"/>
                          <a:ea typeface="+mn-ea"/>
                          <a:cs typeface="+mn-cs"/>
                          <a:sym typeface="Arial"/>
                        </a:rPr>
                        <a:t>dataQuality</a:t>
                      </a:r>
                      <a:r>
                        <a:rPr lang="en-GB" sz="1400" b="0" i="0" u="none" strike="noStrike" cap="none" dirty="0">
                          <a:solidFill>
                            <a:schemeClr val="dk1"/>
                          </a:solidFill>
                          <a:latin typeface="+mn-lt"/>
                          <a:ea typeface="+mn-ea"/>
                          <a:cs typeface="+mn-cs"/>
                          <a:sym typeface="Arial"/>
                        </a:rPr>
                        <a:t>/</a:t>
                      </a:r>
                      <a:r>
                        <a:rPr lang="en-GB" sz="1400" b="0" i="0" u="none" strike="noStrike" cap="none" dirty="0" err="1">
                          <a:solidFill>
                            <a:schemeClr val="dk1"/>
                          </a:solidFill>
                          <a:latin typeface="+mn-lt"/>
                          <a:ea typeface="+mn-ea"/>
                          <a:cs typeface="+mn-cs"/>
                          <a:sym typeface="Arial"/>
                        </a:rPr>
                        <a:t>DQ_Element</a:t>
                      </a:r>
                      <a:endParaRPr lang="en-GB" sz="16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35560" marR="35560" marT="0" marB="0"/>
                </a:tc>
                <a:tc>
                  <a:txBody>
                    <a:bodyPr/>
                    <a:lstStyle/>
                    <a:p>
                      <a:pPr>
                        <a:buNone/>
                      </a:pPr>
                      <a:endParaRPr lang="en-GB" sz="16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35560" marR="35560" marT="0" marB="0"/>
                </a:tc>
                <a:extLst>
                  <a:ext uri="{0D108BD9-81ED-4DB2-BD59-A6C34878D82A}">
                    <a16:rowId xmlns:a16="http://schemas.microsoft.com/office/drawing/2014/main" val="21001700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GB" sz="16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35560" marR="35560" marT="0" marB="0"/>
                </a:tc>
                <a:tc>
                  <a:txBody>
                    <a:bodyPr/>
                    <a:lstStyle/>
                    <a:p>
                      <a:pPr>
                        <a:buNone/>
                      </a:pPr>
                      <a:r>
                        <a:rPr lang="en-GB" sz="1600" dirty="0" err="1">
                          <a:effectLst/>
                        </a:rPr>
                        <a:t>measureIdentification</a:t>
                      </a:r>
                      <a:endParaRPr lang="en-GB" sz="16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35560" marR="35560" marT="0" marB="0"/>
                </a:tc>
                <a:tc>
                  <a:txBody>
                    <a:bodyPr/>
                    <a:lstStyle/>
                    <a:p>
                      <a:pPr>
                        <a:buNone/>
                      </a:pPr>
                      <a:r>
                        <a:rPr lang="en-GB" sz="1600">
                          <a:effectLst/>
                        </a:rPr>
                        <a:t>code identifying a registered standard procedure</a:t>
                      </a:r>
                      <a:endParaRPr lang="en-GB" sz="1600">
                        <a:effectLst/>
                        <a:latin typeface="Helvetica" panose="020B0604020202020204" pitchFamily="34" charset="0"/>
                        <a:ea typeface="Times New Roman" panose="02020603050405020304" pitchFamily="18" charset="0"/>
                        <a:cs typeface="Times New Roman" panose="02020603050405020304" pitchFamily="18" charset="0"/>
                      </a:endParaRPr>
                    </a:p>
                  </a:txBody>
                  <a:tcPr marL="35560" marR="35560" marT="0" marB="0"/>
                </a:tc>
                <a:extLst>
                  <a:ext uri="{0D108BD9-81ED-4DB2-BD59-A6C34878D82A}">
                    <a16:rowId xmlns:a16="http://schemas.microsoft.com/office/drawing/2014/main" val="822128355"/>
                  </a:ext>
                </a:extLst>
              </a:tr>
              <a:tr h="0">
                <a:tc>
                  <a:txBody>
                    <a:bodyPr/>
                    <a:lstStyle/>
                    <a:p>
                      <a:pPr>
                        <a:buNone/>
                      </a:pPr>
                      <a:r>
                        <a:rPr lang="en-GB" sz="1600" dirty="0">
                          <a:effectLst/>
                          <a:latin typeface="Helvetica" panose="020B0604020202020204" pitchFamily="34" charset="0"/>
                          <a:ea typeface="Times New Roman" panose="02020603050405020304" pitchFamily="18" charset="0"/>
                          <a:cs typeface="Times New Roman" panose="02020603050405020304" pitchFamily="18" charset="0"/>
                        </a:rPr>
                        <a:t>ISO 19115 path</a:t>
                      </a:r>
                    </a:p>
                  </a:txBody>
                  <a:tcPr marL="35560" marR="35560" marT="0" marB="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600" b="0" i="0" u="none" strike="noStrike" cap="none" dirty="0">
                          <a:solidFill>
                            <a:schemeClr val="dk1"/>
                          </a:solidFill>
                          <a:latin typeface="+mn-lt"/>
                          <a:ea typeface="+mn-ea"/>
                          <a:cs typeface="+mn-cs"/>
                          <a:sym typeface="Arial"/>
                        </a:rPr>
                        <a:t>./</a:t>
                      </a:r>
                      <a:r>
                        <a:rPr lang="en-GB" sz="1600" b="0" i="0" u="none" strike="noStrike" cap="none" dirty="0" err="1">
                          <a:solidFill>
                            <a:schemeClr val="dk1"/>
                          </a:solidFill>
                          <a:latin typeface="+mn-lt"/>
                          <a:ea typeface="+mn-ea"/>
                          <a:cs typeface="+mn-cs"/>
                          <a:sym typeface="Arial"/>
                        </a:rPr>
                        <a:t>dataQuality</a:t>
                      </a:r>
                      <a:r>
                        <a:rPr lang="en-GB" sz="1600" b="0" i="0" u="none" strike="noStrike" cap="none" dirty="0">
                          <a:solidFill>
                            <a:schemeClr val="dk1"/>
                          </a:solidFill>
                          <a:latin typeface="+mn-lt"/>
                          <a:ea typeface="+mn-ea"/>
                          <a:cs typeface="+mn-cs"/>
                          <a:sym typeface="Arial"/>
                        </a:rPr>
                        <a:t>/</a:t>
                      </a:r>
                      <a:r>
                        <a:rPr lang="en-GB" sz="1600" b="0" i="0" u="none" strike="noStrike" cap="none" dirty="0" err="1">
                          <a:solidFill>
                            <a:schemeClr val="dk1"/>
                          </a:solidFill>
                          <a:latin typeface="+mn-lt"/>
                          <a:ea typeface="+mn-ea"/>
                          <a:cs typeface="+mn-cs"/>
                          <a:sym typeface="Arial"/>
                        </a:rPr>
                        <a:t>DQ_Element</a:t>
                      </a:r>
                      <a:endParaRPr lang="en-GB" sz="18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35560" marR="35560" marT="0" marB="0"/>
                </a:tc>
                <a:tc>
                  <a:txBody>
                    <a:bodyPr/>
                    <a:lstStyle/>
                    <a:p>
                      <a:pPr>
                        <a:buNone/>
                      </a:pPr>
                      <a:endParaRPr lang="en-GB" sz="16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35560" marR="35560" marT="0" marB="0"/>
                </a:tc>
                <a:extLst>
                  <a:ext uri="{0D108BD9-81ED-4DB2-BD59-A6C34878D82A}">
                    <a16:rowId xmlns:a16="http://schemas.microsoft.com/office/drawing/2014/main" val="3781560233"/>
                  </a:ext>
                </a:extLst>
              </a:tr>
              <a:tr h="0">
                <a:tc>
                  <a:txBody>
                    <a:bodyPr/>
                    <a:lstStyle/>
                    <a:p>
                      <a:pPr>
                        <a:buNone/>
                      </a:pPr>
                      <a:endParaRPr lang="en-GB" sz="16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35560" marR="35560" marT="0" marB="0"/>
                </a:tc>
                <a:tc>
                  <a:txBody>
                    <a:bodyPr/>
                    <a:lstStyle/>
                    <a:p>
                      <a:pPr>
                        <a:buNone/>
                      </a:pPr>
                      <a:r>
                        <a:rPr lang="en-GB" sz="1600" dirty="0" err="1">
                          <a:effectLst/>
                        </a:rPr>
                        <a:t>measureDescription</a:t>
                      </a:r>
                      <a:endParaRPr lang="en-GB" sz="16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35560" marR="35560" marT="0" marB="0"/>
                </a:tc>
                <a:tc>
                  <a:txBody>
                    <a:bodyPr/>
                    <a:lstStyle/>
                    <a:p>
                      <a:pPr>
                        <a:buNone/>
                      </a:pPr>
                      <a:r>
                        <a:rPr lang="en-GB" sz="1600">
                          <a:effectLst/>
                        </a:rPr>
                        <a:t>description of the measure being determined</a:t>
                      </a:r>
                      <a:endParaRPr lang="en-GB" sz="1600">
                        <a:effectLst/>
                        <a:latin typeface="Helvetica" panose="020B0604020202020204" pitchFamily="34" charset="0"/>
                        <a:ea typeface="Times New Roman" panose="02020603050405020304" pitchFamily="18" charset="0"/>
                        <a:cs typeface="Times New Roman" panose="02020603050405020304" pitchFamily="18" charset="0"/>
                      </a:endParaRPr>
                    </a:p>
                  </a:txBody>
                  <a:tcPr marL="35560" marR="35560" marT="0" marB="0"/>
                </a:tc>
                <a:extLst>
                  <a:ext uri="{0D108BD9-81ED-4DB2-BD59-A6C34878D82A}">
                    <a16:rowId xmlns:a16="http://schemas.microsoft.com/office/drawing/2014/main" val="3690927572"/>
                  </a:ext>
                </a:extLst>
              </a:tr>
              <a:tr h="0">
                <a:tc>
                  <a:txBody>
                    <a:bodyPr/>
                    <a:lstStyle/>
                    <a:p>
                      <a:pPr>
                        <a:buNone/>
                      </a:pPr>
                      <a:r>
                        <a:rPr lang="en-GB" sz="1600" dirty="0">
                          <a:effectLst/>
                          <a:latin typeface="Helvetica" panose="020B0604020202020204" pitchFamily="34" charset="0"/>
                          <a:ea typeface="Times New Roman" panose="02020603050405020304" pitchFamily="18" charset="0"/>
                          <a:cs typeface="Times New Roman" panose="02020603050405020304" pitchFamily="18" charset="0"/>
                        </a:rPr>
                        <a:t>ISO 19115 path</a:t>
                      </a:r>
                    </a:p>
                  </a:txBody>
                  <a:tcPr marL="35560" marR="35560" marT="0" marB="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600" b="0" i="0" u="none" strike="noStrike" cap="none" dirty="0">
                          <a:solidFill>
                            <a:schemeClr val="dk1"/>
                          </a:solidFill>
                          <a:latin typeface="+mn-lt"/>
                          <a:ea typeface="+mn-ea"/>
                          <a:cs typeface="+mn-cs"/>
                          <a:sym typeface="Arial"/>
                        </a:rPr>
                        <a:t>./</a:t>
                      </a:r>
                      <a:r>
                        <a:rPr lang="en-GB" sz="1600" b="0" i="0" u="none" strike="noStrike" cap="none" dirty="0" err="1">
                          <a:solidFill>
                            <a:schemeClr val="dk1"/>
                          </a:solidFill>
                          <a:latin typeface="+mn-lt"/>
                          <a:ea typeface="+mn-ea"/>
                          <a:cs typeface="+mn-cs"/>
                          <a:sym typeface="Arial"/>
                        </a:rPr>
                        <a:t>dataQuality</a:t>
                      </a:r>
                      <a:r>
                        <a:rPr lang="en-GB" sz="1600" b="0" i="0" u="none" strike="noStrike" cap="none" dirty="0">
                          <a:solidFill>
                            <a:schemeClr val="dk1"/>
                          </a:solidFill>
                          <a:latin typeface="+mn-lt"/>
                          <a:ea typeface="+mn-ea"/>
                          <a:cs typeface="+mn-cs"/>
                          <a:sym typeface="Arial"/>
                        </a:rPr>
                        <a:t>/</a:t>
                      </a:r>
                      <a:r>
                        <a:rPr lang="en-GB" sz="1600" b="0" i="0" u="none" strike="noStrike" cap="none" dirty="0" err="1">
                          <a:solidFill>
                            <a:schemeClr val="dk1"/>
                          </a:solidFill>
                          <a:latin typeface="+mn-lt"/>
                          <a:ea typeface="+mn-ea"/>
                          <a:cs typeface="+mn-cs"/>
                          <a:sym typeface="Arial"/>
                        </a:rPr>
                        <a:t>DQ_Element</a:t>
                      </a:r>
                      <a:endParaRPr lang="en-GB" sz="18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35560" marR="35560" marT="0" marB="0"/>
                </a:tc>
                <a:tc>
                  <a:txBody>
                    <a:bodyPr/>
                    <a:lstStyle/>
                    <a:p>
                      <a:pPr>
                        <a:buNone/>
                      </a:pPr>
                      <a:endParaRPr lang="en-GB" sz="16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35560" marR="35560" marT="0" marB="0"/>
                </a:tc>
                <a:extLst>
                  <a:ext uri="{0D108BD9-81ED-4DB2-BD59-A6C34878D82A}">
                    <a16:rowId xmlns:a16="http://schemas.microsoft.com/office/drawing/2014/main" val="1706070132"/>
                  </a:ext>
                </a:extLst>
              </a:tr>
              <a:tr h="0">
                <a:tc>
                  <a:txBody>
                    <a:bodyPr/>
                    <a:lstStyle/>
                    <a:p>
                      <a:pPr>
                        <a:buNone/>
                      </a:pPr>
                      <a:endParaRPr lang="en-GB" sz="1600">
                        <a:effectLst/>
                        <a:latin typeface="Helvetica" panose="020B0604020202020204" pitchFamily="34" charset="0"/>
                        <a:ea typeface="Times New Roman" panose="02020603050405020304" pitchFamily="18" charset="0"/>
                        <a:cs typeface="Times New Roman" panose="02020603050405020304" pitchFamily="18" charset="0"/>
                      </a:endParaRPr>
                    </a:p>
                  </a:txBody>
                  <a:tcPr marL="35560" marR="35560" marT="0" marB="0"/>
                </a:tc>
                <a:tc>
                  <a:txBody>
                    <a:bodyPr/>
                    <a:lstStyle/>
                    <a:p>
                      <a:pPr>
                        <a:buNone/>
                      </a:pPr>
                      <a:r>
                        <a:rPr lang="en-GB" sz="1600" dirty="0" err="1">
                          <a:effectLst/>
                        </a:rPr>
                        <a:t>evaluationMethodType</a:t>
                      </a:r>
                      <a:endParaRPr lang="en-GB" sz="16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35560" marR="35560" marT="0" marB="0"/>
                </a:tc>
                <a:tc>
                  <a:txBody>
                    <a:bodyPr/>
                    <a:lstStyle/>
                    <a:p>
                      <a:pPr>
                        <a:buNone/>
                      </a:pPr>
                      <a:r>
                        <a:rPr lang="en-GB" sz="1600">
                          <a:effectLst/>
                        </a:rPr>
                        <a:t>type of method used to evaluate quality of the dataset</a:t>
                      </a:r>
                      <a:endParaRPr lang="en-GB" sz="1600">
                        <a:effectLst/>
                        <a:latin typeface="Helvetica" panose="020B0604020202020204" pitchFamily="34" charset="0"/>
                        <a:ea typeface="Times New Roman" panose="02020603050405020304" pitchFamily="18" charset="0"/>
                        <a:cs typeface="Times New Roman" panose="02020603050405020304" pitchFamily="18" charset="0"/>
                      </a:endParaRPr>
                    </a:p>
                  </a:txBody>
                  <a:tcPr marL="35560" marR="35560" marT="0" marB="0"/>
                </a:tc>
                <a:extLst>
                  <a:ext uri="{0D108BD9-81ED-4DB2-BD59-A6C34878D82A}">
                    <a16:rowId xmlns:a16="http://schemas.microsoft.com/office/drawing/2014/main" val="4102363211"/>
                  </a:ext>
                </a:extLst>
              </a:tr>
              <a:tr h="0">
                <a:tc>
                  <a:txBody>
                    <a:bodyPr/>
                    <a:lstStyle/>
                    <a:p>
                      <a:pPr>
                        <a:buNone/>
                      </a:pPr>
                      <a:r>
                        <a:rPr lang="en-GB" sz="1600" dirty="0">
                          <a:effectLst/>
                          <a:latin typeface="Helvetica" panose="020B0604020202020204" pitchFamily="34" charset="0"/>
                          <a:ea typeface="Times New Roman" panose="02020603050405020304" pitchFamily="18" charset="0"/>
                          <a:cs typeface="Times New Roman" panose="02020603050405020304" pitchFamily="18" charset="0"/>
                        </a:rPr>
                        <a:t>ISO 19115 path</a:t>
                      </a:r>
                    </a:p>
                  </a:txBody>
                  <a:tcPr marL="35560" marR="35560" marT="0" marB="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600" b="0" i="0" u="none" strike="noStrike" cap="none" dirty="0">
                          <a:solidFill>
                            <a:schemeClr val="dk1"/>
                          </a:solidFill>
                          <a:latin typeface="+mn-lt"/>
                          <a:ea typeface="+mn-ea"/>
                          <a:cs typeface="+mn-cs"/>
                          <a:sym typeface="Arial"/>
                        </a:rPr>
                        <a:t>./</a:t>
                      </a:r>
                      <a:r>
                        <a:rPr lang="en-GB" sz="1600" b="0" i="0" u="none" strike="noStrike" cap="none" dirty="0" err="1">
                          <a:solidFill>
                            <a:schemeClr val="dk1"/>
                          </a:solidFill>
                          <a:latin typeface="+mn-lt"/>
                          <a:ea typeface="+mn-ea"/>
                          <a:cs typeface="+mn-cs"/>
                          <a:sym typeface="Arial"/>
                        </a:rPr>
                        <a:t>dataQuality</a:t>
                      </a:r>
                      <a:r>
                        <a:rPr lang="en-GB" sz="1600" b="0" i="0" u="none" strike="noStrike" cap="none" dirty="0">
                          <a:solidFill>
                            <a:schemeClr val="dk1"/>
                          </a:solidFill>
                          <a:latin typeface="+mn-lt"/>
                          <a:ea typeface="+mn-ea"/>
                          <a:cs typeface="+mn-cs"/>
                          <a:sym typeface="Arial"/>
                        </a:rPr>
                        <a:t>/</a:t>
                      </a:r>
                      <a:r>
                        <a:rPr lang="en-GB" sz="1600" b="0" i="0" u="none" strike="noStrike" cap="none" dirty="0" err="1">
                          <a:solidFill>
                            <a:schemeClr val="dk1"/>
                          </a:solidFill>
                          <a:latin typeface="+mn-lt"/>
                          <a:ea typeface="+mn-ea"/>
                          <a:cs typeface="+mn-cs"/>
                          <a:sym typeface="Arial"/>
                        </a:rPr>
                        <a:t>DQ_Element</a:t>
                      </a:r>
                      <a:endParaRPr lang="en-GB" sz="18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35560" marR="35560" marT="0" marB="0"/>
                </a:tc>
                <a:tc>
                  <a:txBody>
                    <a:bodyPr/>
                    <a:lstStyle/>
                    <a:p>
                      <a:pPr>
                        <a:buNone/>
                      </a:pPr>
                      <a:endParaRPr lang="en-GB" sz="16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35560" marR="35560" marT="0" marB="0"/>
                </a:tc>
                <a:extLst>
                  <a:ext uri="{0D108BD9-81ED-4DB2-BD59-A6C34878D82A}">
                    <a16:rowId xmlns:a16="http://schemas.microsoft.com/office/drawing/2014/main" val="985846170"/>
                  </a:ext>
                </a:extLst>
              </a:tr>
              <a:tr h="0">
                <a:tc>
                  <a:txBody>
                    <a:bodyPr/>
                    <a:lstStyle/>
                    <a:p>
                      <a:pPr>
                        <a:buNone/>
                      </a:pPr>
                      <a:endParaRPr lang="en-GB" sz="16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35560" marR="35560" marT="0" marB="0"/>
                </a:tc>
                <a:tc>
                  <a:txBody>
                    <a:bodyPr/>
                    <a:lstStyle/>
                    <a:p>
                      <a:pPr>
                        <a:buNone/>
                      </a:pPr>
                      <a:r>
                        <a:rPr lang="en-GB" sz="1600" dirty="0" err="1">
                          <a:effectLst/>
                        </a:rPr>
                        <a:t>evaluationMethodDescription</a:t>
                      </a:r>
                      <a:endParaRPr lang="en-GB" sz="16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35560" marR="35560" marT="0" marB="0"/>
                </a:tc>
                <a:tc>
                  <a:txBody>
                    <a:bodyPr/>
                    <a:lstStyle/>
                    <a:p>
                      <a:pPr>
                        <a:buNone/>
                      </a:pPr>
                      <a:r>
                        <a:rPr lang="en-GB" sz="1600" dirty="0">
                          <a:effectLst/>
                        </a:rPr>
                        <a:t>description of the evaluation method</a:t>
                      </a:r>
                      <a:endParaRPr lang="en-GB" sz="16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35560" marR="35560" marT="0" marB="0"/>
                </a:tc>
                <a:extLst>
                  <a:ext uri="{0D108BD9-81ED-4DB2-BD59-A6C34878D82A}">
                    <a16:rowId xmlns:a16="http://schemas.microsoft.com/office/drawing/2014/main" val="1366146946"/>
                  </a:ext>
                </a:extLst>
              </a:tr>
              <a:tr h="0">
                <a:tc>
                  <a:txBody>
                    <a:bodyPr/>
                    <a:lstStyle/>
                    <a:p>
                      <a:pPr>
                        <a:buNone/>
                      </a:pPr>
                      <a:r>
                        <a:rPr lang="en-GB" sz="1600" dirty="0">
                          <a:effectLst/>
                          <a:latin typeface="Helvetica" panose="020B0604020202020204" pitchFamily="34" charset="0"/>
                          <a:ea typeface="Times New Roman" panose="02020603050405020304" pitchFamily="18" charset="0"/>
                          <a:cs typeface="Times New Roman" panose="02020603050405020304" pitchFamily="18" charset="0"/>
                        </a:rPr>
                        <a:t>ISO 19115 path</a:t>
                      </a:r>
                    </a:p>
                  </a:txBody>
                  <a:tcPr marL="35560" marR="35560" marT="0" marB="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600" b="0" i="0" u="none" strike="noStrike" cap="none" dirty="0">
                          <a:solidFill>
                            <a:schemeClr val="dk1"/>
                          </a:solidFill>
                          <a:latin typeface="+mn-lt"/>
                          <a:ea typeface="+mn-ea"/>
                          <a:cs typeface="+mn-cs"/>
                          <a:sym typeface="Arial"/>
                        </a:rPr>
                        <a:t>./</a:t>
                      </a:r>
                      <a:r>
                        <a:rPr lang="en-GB" sz="1600" b="0" i="0" u="none" strike="noStrike" cap="none" dirty="0" err="1">
                          <a:solidFill>
                            <a:schemeClr val="dk1"/>
                          </a:solidFill>
                          <a:latin typeface="+mn-lt"/>
                          <a:ea typeface="+mn-ea"/>
                          <a:cs typeface="+mn-cs"/>
                          <a:sym typeface="Arial"/>
                        </a:rPr>
                        <a:t>dataQuality</a:t>
                      </a:r>
                      <a:r>
                        <a:rPr lang="en-GB" sz="1600" b="0" i="0" u="none" strike="noStrike" cap="none" dirty="0">
                          <a:solidFill>
                            <a:schemeClr val="dk1"/>
                          </a:solidFill>
                          <a:latin typeface="+mn-lt"/>
                          <a:ea typeface="+mn-ea"/>
                          <a:cs typeface="+mn-cs"/>
                          <a:sym typeface="Arial"/>
                        </a:rPr>
                        <a:t>/</a:t>
                      </a:r>
                      <a:r>
                        <a:rPr lang="en-GB" sz="1600" b="0" i="0" u="none" strike="noStrike" cap="none" dirty="0" err="1">
                          <a:solidFill>
                            <a:schemeClr val="dk1"/>
                          </a:solidFill>
                          <a:latin typeface="+mn-lt"/>
                          <a:ea typeface="+mn-ea"/>
                          <a:cs typeface="+mn-cs"/>
                          <a:sym typeface="Arial"/>
                        </a:rPr>
                        <a:t>DQ_Element</a:t>
                      </a:r>
                      <a:endParaRPr lang="en-GB" sz="18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35560" marR="35560" marT="0" marB="0"/>
                </a:tc>
                <a:tc>
                  <a:txBody>
                    <a:bodyPr/>
                    <a:lstStyle/>
                    <a:p>
                      <a:pPr>
                        <a:buNone/>
                      </a:pPr>
                      <a:endParaRPr lang="en-GB" sz="16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35560" marR="35560" marT="0" marB="0"/>
                </a:tc>
                <a:extLst>
                  <a:ext uri="{0D108BD9-81ED-4DB2-BD59-A6C34878D82A}">
                    <a16:rowId xmlns:a16="http://schemas.microsoft.com/office/drawing/2014/main" val="3282534603"/>
                  </a:ext>
                </a:extLst>
              </a:tr>
            </a:tbl>
          </a:graphicData>
        </a:graphic>
      </p:graphicFrame>
      <p:sp>
        <p:nvSpPr>
          <p:cNvPr id="4" name="CuadroTexto 3">
            <a:extLst>
              <a:ext uri="{FF2B5EF4-FFF2-40B4-BE49-F238E27FC236}">
                <a16:creationId xmlns:a16="http://schemas.microsoft.com/office/drawing/2014/main" id="{B3C2A109-01C5-8AA4-5473-4CEF035D9B47}"/>
              </a:ext>
            </a:extLst>
          </p:cNvPr>
          <p:cNvSpPr txBox="1"/>
          <p:nvPr/>
        </p:nvSpPr>
        <p:spPr>
          <a:xfrm rot="793087">
            <a:off x="10099562" y="2727465"/>
            <a:ext cx="1620285" cy="523220"/>
          </a:xfrm>
          <a:prstGeom prst="rect">
            <a:avLst/>
          </a:prstGeom>
          <a:noFill/>
        </p:spPr>
        <p:txBody>
          <a:bodyPr wrap="square" rtlCol="0">
            <a:spAutoFit/>
          </a:bodyPr>
          <a:lstStyle/>
          <a:p>
            <a:r>
              <a:rPr lang="es-ES" sz="2800" dirty="0">
                <a:solidFill>
                  <a:schemeClr val="accent6">
                    <a:lumMod val="75000"/>
                  </a:schemeClr>
                </a:solidFill>
              </a:rPr>
              <a:t>Example</a:t>
            </a:r>
            <a:endParaRPr lang="en-GB" sz="2800" dirty="0">
              <a:solidFill>
                <a:schemeClr val="accent6">
                  <a:lumMod val="75000"/>
                </a:schemeClr>
              </a:solidFill>
            </a:endParaRPr>
          </a:p>
        </p:txBody>
      </p:sp>
    </p:spTree>
    <p:extLst>
      <p:ext uri="{BB962C8B-B14F-4D97-AF65-F5344CB8AC3E}">
        <p14:creationId xmlns:p14="http://schemas.microsoft.com/office/powerpoint/2010/main" val="616950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2EEE3-988B-8F46-F051-32CD4F9E0E0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C36C748-DE30-09AB-6301-270D0E05E099}"/>
              </a:ext>
            </a:extLst>
          </p:cNvPr>
          <p:cNvSpPr>
            <a:spLocks noGrp="1"/>
          </p:cNvSpPr>
          <p:nvPr>
            <p:ph type="body" idx="1"/>
          </p:nvPr>
        </p:nvSpPr>
        <p:spPr>
          <a:xfrm>
            <a:off x="509423" y="1178884"/>
            <a:ext cx="10942906" cy="2424223"/>
          </a:xfrm>
          <a:solidFill>
            <a:schemeClr val="bg1"/>
          </a:solidFill>
        </p:spPr>
        <p:txBody>
          <a:bodyPr/>
          <a:lstStyle/>
          <a:p>
            <a:pPr marL="76200" indent="0">
              <a:spcBef>
                <a:spcPts val="600"/>
              </a:spcBef>
              <a:spcAft>
                <a:spcPts val="600"/>
              </a:spcAft>
              <a:buNone/>
            </a:pPr>
            <a:r>
              <a:rPr lang="en-GB" b="1" dirty="0">
                <a:solidFill>
                  <a:schemeClr val="tx1">
                    <a:lumMod val="50000"/>
                  </a:schemeClr>
                </a:solidFill>
              </a:rPr>
              <a:t>Work Plan </a:t>
            </a:r>
          </a:p>
          <a:p>
            <a:pPr marL="76200" indent="0">
              <a:spcBef>
                <a:spcPts val="600"/>
              </a:spcBef>
              <a:spcAft>
                <a:spcPts val="600"/>
              </a:spcAft>
              <a:buNone/>
            </a:pPr>
            <a:r>
              <a:rPr lang="en-GB" dirty="0">
                <a:solidFill>
                  <a:schemeClr val="tx1">
                    <a:lumMod val="50000"/>
                  </a:schemeClr>
                </a:solidFill>
              </a:rPr>
              <a:t>Other volunteers to participate in the work are welcome at any stage, especially when starting the work. </a:t>
            </a:r>
          </a:p>
          <a:p>
            <a:pPr marL="533400" indent="-457200">
              <a:spcBef>
                <a:spcPts val="600"/>
              </a:spcBef>
              <a:spcAft>
                <a:spcPts val="600"/>
              </a:spcAft>
              <a:buAutoNum type="arabicPeriod"/>
            </a:pPr>
            <a:r>
              <a:rPr lang="en-GB" dirty="0">
                <a:solidFill>
                  <a:schemeClr val="tx1">
                    <a:lumMod val="50000"/>
                  </a:schemeClr>
                </a:solidFill>
              </a:rPr>
              <a:t>By end of March 2026: The Excel file containing the </a:t>
            </a:r>
            <a:r>
              <a:rPr lang="en-GB" dirty="0"/>
              <a:t>potential metadata information losses in the ISO-to-GeoDCAT-AP transformation in a public location.</a:t>
            </a:r>
          </a:p>
          <a:p>
            <a:pPr marL="533400" indent="-457200">
              <a:spcBef>
                <a:spcPts val="600"/>
              </a:spcBef>
              <a:spcAft>
                <a:spcPts val="600"/>
              </a:spcAft>
              <a:buAutoNum type="arabicPeriod"/>
            </a:pPr>
            <a:r>
              <a:rPr lang="en-GB" dirty="0">
                <a:solidFill>
                  <a:schemeClr val="tx1">
                    <a:lumMod val="50000"/>
                  </a:schemeClr>
                </a:solidFill>
              </a:rPr>
              <a:t>By End of April 2026: Final list of metadata elements.</a:t>
            </a:r>
          </a:p>
          <a:p>
            <a:pPr marL="533400" indent="-457200">
              <a:spcBef>
                <a:spcPts val="600"/>
              </a:spcBef>
              <a:spcAft>
                <a:spcPts val="600"/>
              </a:spcAft>
              <a:buAutoNum type="arabicPeriod"/>
            </a:pPr>
            <a:r>
              <a:rPr lang="en-GB" dirty="0">
                <a:solidFill>
                  <a:schemeClr val="tx1">
                    <a:lumMod val="50000"/>
                  </a:schemeClr>
                </a:solidFill>
              </a:rPr>
              <a:t>Each month: T-1B working meeting to share progress, report results and get feedback from the INSPIRE community.</a:t>
            </a:r>
          </a:p>
          <a:p>
            <a:pPr marL="533400" indent="-457200">
              <a:spcBef>
                <a:spcPts val="600"/>
              </a:spcBef>
              <a:spcAft>
                <a:spcPts val="600"/>
              </a:spcAft>
              <a:buAutoNum type="arabicPeriod"/>
            </a:pPr>
            <a:r>
              <a:rPr lang="en-GB" dirty="0">
                <a:solidFill>
                  <a:schemeClr val="tx1">
                    <a:lumMod val="50000"/>
                  </a:schemeClr>
                </a:solidFill>
              </a:rPr>
              <a:t>Bi-monthly: General pilot meeting, sharing progress and high-level concerns in the context of all working teams.</a:t>
            </a:r>
          </a:p>
          <a:p>
            <a:pPr marL="533400" indent="-457200">
              <a:spcBef>
                <a:spcPts val="600"/>
              </a:spcBef>
              <a:spcAft>
                <a:spcPts val="600"/>
              </a:spcAft>
              <a:buAutoNum type="arabicPeriod"/>
            </a:pPr>
            <a:endParaRPr lang="en-GB" dirty="0">
              <a:solidFill>
                <a:schemeClr val="tx1">
                  <a:lumMod val="50000"/>
                </a:schemeClr>
              </a:solidFill>
            </a:endParaRPr>
          </a:p>
          <a:p>
            <a:pPr marL="533400" indent="-457200">
              <a:spcBef>
                <a:spcPts val="600"/>
              </a:spcBef>
              <a:spcAft>
                <a:spcPts val="600"/>
              </a:spcAft>
              <a:buAutoNum type="arabicPeriod"/>
            </a:pPr>
            <a:endParaRPr lang="en-GB" dirty="0">
              <a:solidFill>
                <a:schemeClr val="tx1">
                  <a:lumMod val="50000"/>
                </a:schemeClr>
              </a:solidFill>
            </a:endParaRPr>
          </a:p>
        </p:txBody>
      </p:sp>
    </p:spTree>
    <p:extLst>
      <p:ext uri="{BB962C8B-B14F-4D97-AF65-F5344CB8AC3E}">
        <p14:creationId xmlns:p14="http://schemas.microsoft.com/office/powerpoint/2010/main" val="3624151553"/>
      </p:ext>
    </p:extLst>
  </p:cSld>
  <p:clrMapOvr>
    <a:masterClrMapping/>
  </p:clrMapOvr>
</p:sld>
</file>

<file path=ppt/theme/theme1.xml><?xml version="1.0" encoding="utf-8"?>
<a:theme xmlns:a="http://schemas.openxmlformats.org/drawingml/2006/main" name="Office Theme">
  <a:themeElements>
    <a:clrScheme name="JRC palette 1">
      <a:dk1>
        <a:srgbClr val="4D4D4D"/>
      </a:dk1>
      <a:lt1>
        <a:srgbClr val="FFFFFF"/>
      </a:lt1>
      <a:dk2>
        <a:srgbClr val="034EA2"/>
      </a:dk2>
      <a:lt2>
        <a:srgbClr val="D3E8F9"/>
      </a:lt2>
      <a:accent1>
        <a:srgbClr val="6ACBF3"/>
      </a:accent1>
      <a:accent2>
        <a:srgbClr val="3E99DA"/>
      </a:accent2>
      <a:accent3>
        <a:srgbClr val="1EC08A"/>
      </a:accent3>
      <a:accent4>
        <a:srgbClr val="ED8D2F"/>
      </a:accent4>
      <a:accent5>
        <a:srgbClr val="F8CC29"/>
      </a:accent5>
      <a:accent6>
        <a:srgbClr val="E76C53"/>
      </a:accent6>
      <a:hlink>
        <a:srgbClr val="0563C1"/>
      </a:hlink>
      <a:folHlink>
        <a:srgbClr val="243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38100">
          <a:solidFill>
            <a:srgbClr val="C00000"/>
          </a:solidFill>
          <a:prstDash val="dash"/>
          <a:tailEnd type="stealth" w="lg" len="med"/>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3805</TotalTime>
  <Words>1169</Words>
  <Application>Microsoft Office PowerPoint</Application>
  <PresentationFormat>Widescreen</PresentationFormat>
  <Paragraphs>171</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Arial</vt:lpstr>
      <vt:lpstr>Calibri</vt:lpstr>
      <vt:lpstr>Helvetica</vt:lpstr>
      <vt:lpstr>Wingdings</vt:lpstr>
      <vt:lpstr>Office Theme</vt:lpstr>
      <vt:lpstr>INSPIRE GeoDCAT-AP Pilot</vt:lpstr>
      <vt:lpstr>Analysis of potential metadata information losses in the ISO-to-GeoDCAT-AP transformation </vt:lpstr>
      <vt:lpstr>Analysis of potential metadata information losses in the ISO-to-GeoDCAT-AP transformation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INSPIRE Registry</dc:title>
  <dc:creator>JOHN Yvonne (COMM)</dc:creator>
  <cp:lastModifiedBy>ESCRIU Jordi (JRC-ISPRA)</cp:lastModifiedBy>
  <cp:revision>236</cp:revision>
  <dcterms:created xsi:type="dcterms:W3CDTF">2019-08-09T12:06:42Z</dcterms:created>
  <dcterms:modified xsi:type="dcterms:W3CDTF">2026-02-26T08:07:36Z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ServerID">
    <vt:lpwstr>0d3b22a6-6203-4efc-8e8e-b5279256493b</vt:lpwstr>
  </property>
  <property fmtid="{D5CDD505-2E9C-101B-9397-08002B2CF9AE}" pid="3" name="Offisync_UpdateToken">
    <vt:lpwstr>5</vt:lpwstr>
  </property>
  <property fmtid="{D5CDD505-2E9C-101B-9397-08002B2CF9AE}" pid="4" name="Jive_VersionGuid">
    <vt:lpwstr>895d1684-e390-44f7-87f3-a893d9b6b3e1</vt:lpwstr>
  </property>
  <property fmtid="{D5CDD505-2E9C-101B-9397-08002B2CF9AE}" pid="5" name="Offisync_UniqueId">
    <vt:lpwstr>216256</vt:lpwstr>
  </property>
  <property fmtid="{D5CDD505-2E9C-101B-9397-08002B2CF9AE}" pid="6" name="Offisync_ProviderInitializationData">
    <vt:lpwstr>https://webgate.ec.europa.eu/connected</vt:lpwstr>
  </property>
  <property fmtid="{D5CDD505-2E9C-101B-9397-08002B2CF9AE}" pid="7" name="Jive_LatestUserAccountName">
    <vt:lpwstr>wojdapi</vt:lpwstr>
  </property>
  <property fmtid="{D5CDD505-2E9C-101B-9397-08002B2CF9AE}" pid="8" name="ContentTypeId">
    <vt:lpwstr>0x0101008CF1E423E1053143A72AC4DF303AC6F5</vt:lpwstr>
  </property>
  <property fmtid="{D5CDD505-2E9C-101B-9397-08002B2CF9AE}" pid="9" name="MSIP_Label_6bd9ddd1-4d20-43f6-abfa-fc3c07406f94_Enabled">
    <vt:lpwstr>true</vt:lpwstr>
  </property>
  <property fmtid="{D5CDD505-2E9C-101B-9397-08002B2CF9AE}" pid="10" name="MSIP_Label_6bd9ddd1-4d20-43f6-abfa-fc3c07406f94_SetDate">
    <vt:lpwstr>2025-11-27T17:36:36Z</vt:lpwstr>
  </property>
  <property fmtid="{D5CDD505-2E9C-101B-9397-08002B2CF9AE}" pid="11" name="MSIP_Label_6bd9ddd1-4d20-43f6-abfa-fc3c07406f94_Method">
    <vt:lpwstr>Standard</vt:lpwstr>
  </property>
  <property fmtid="{D5CDD505-2E9C-101B-9397-08002B2CF9AE}" pid="12" name="MSIP_Label_6bd9ddd1-4d20-43f6-abfa-fc3c07406f94_Name">
    <vt:lpwstr>Commission Use</vt:lpwstr>
  </property>
  <property fmtid="{D5CDD505-2E9C-101B-9397-08002B2CF9AE}" pid="13" name="MSIP_Label_6bd9ddd1-4d20-43f6-abfa-fc3c07406f94_SiteId">
    <vt:lpwstr>b24c8b06-522c-46fe-9080-70926f8dddb1</vt:lpwstr>
  </property>
  <property fmtid="{D5CDD505-2E9C-101B-9397-08002B2CF9AE}" pid="14" name="MSIP_Label_6bd9ddd1-4d20-43f6-abfa-fc3c07406f94_ActionId">
    <vt:lpwstr>7eed690b-4686-40e3-95b3-413fe8628c53</vt:lpwstr>
  </property>
  <property fmtid="{D5CDD505-2E9C-101B-9397-08002B2CF9AE}" pid="15" name="MSIP_Label_6bd9ddd1-4d20-43f6-abfa-fc3c07406f94_ContentBits">
    <vt:lpwstr>0</vt:lpwstr>
  </property>
  <property fmtid="{D5CDD505-2E9C-101B-9397-08002B2CF9AE}" pid="16" name="MSIP_Label_6bd9ddd1-4d20-43f6-abfa-fc3c07406f94_Tag">
    <vt:lpwstr>10, 3, 0, 1</vt:lpwstr>
  </property>
</Properties>
</file>