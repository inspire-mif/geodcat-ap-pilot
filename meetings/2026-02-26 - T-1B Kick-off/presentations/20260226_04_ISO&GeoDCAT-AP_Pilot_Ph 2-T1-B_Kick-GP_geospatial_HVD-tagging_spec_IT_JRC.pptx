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4" r:id="rId2"/>
  </p:sldMasterIdLst>
  <p:notesMasterIdLst>
    <p:notesMasterId r:id="rId12"/>
  </p:notesMasterIdLst>
  <p:sldIdLst>
    <p:sldId id="256" r:id="rId3"/>
    <p:sldId id="269" r:id="rId4"/>
    <p:sldId id="608" r:id="rId5"/>
    <p:sldId id="616" r:id="rId6"/>
    <p:sldId id="615" r:id="rId7"/>
    <p:sldId id="609" r:id="rId8"/>
    <p:sldId id="271" r:id="rId9"/>
    <p:sldId id="268" r:id="rId10"/>
    <p:sldId id="260" r:id="rId11"/>
  </p:sldIdLst>
  <p:sldSz cx="18288000" cy="10287000"/>
  <p:notesSz cx="7559675" cy="10691813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CE1"/>
    <a:srgbClr val="635A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6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TUNDO Antonio" userId="821229aa-e62b-4e00-a2f6-d86e1618bccf" providerId="ADAL" clId="{A3126EE1-C07D-40C9-B562-20A4A32C4081}"/>
    <pc:docChg chg="undo custSel addSld delSld modSld">
      <pc:chgData name="ROTUNDO Antonio" userId="821229aa-e62b-4e00-a2f6-d86e1618bccf" providerId="ADAL" clId="{A3126EE1-C07D-40C9-B562-20A4A32C4081}" dt="2026-02-25T15:12:22.489" v="2132" actId="1038"/>
      <pc:docMkLst>
        <pc:docMk/>
      </pc:docMkLst>
      <pc:sldChg chg="delSp modSp mod">
        <pc:chgData name="ROTUNDO Antonio" userId="821229aa-e62b-4e00-a2f6-d86e1618bccf" providerId="ADAL" clId="{A3126EE1-C07D-40C9-B562-20A4A32C4081}" dt="2026-02-25T13:23:28.480" v="1777" actId="20577"/>
        <pc:sldMkLst>
          <pc:docMk/>
          <pc:sldMk cId="0" sldId="256"/>
        </pc:sldMkLst>
        <pc:spChg chg="mod">
          <ac:chgData name="ROTUNDO Antonio" userId="821229aa-e62b-4e00-a2f6-d86e1618bccf" providerId="ADAL" clId="{A3126EE1-C07D-40C9-B562-20A4A32C4081}" dt="2026-02-25T13:23:28.480" v="1777" actId="20577"/>
          <ac:spMkLst>
            <pc:docMk/>
            <pc:sldMk cId="0" sldId="256"/>
            <ac:spMk id="91" creationId="{00000000-0000-0000-0000-000000000000}"/>
          </ac:spMkLst>
        </pc:spChg>
      </pc:sldChg>
      <pc:sldChg chg="modSp mod">
        <pc:chgData name="ROTUNDO Antonio" userId="821229aa-e62b-4e00-a2f6-d86e1618bccf" providerId="ADAL" clId="{A3126EE1-C07D-40C9-B562-20A4A32C4081}" dt="2026-02-24T10:52:09.843" v="1065" actId="20577"/>
        <pc:sldMkLst>
          <pc:docMk/>
          <pc:sldMk cId="0" sldId="260"/>
        </pc:sldMkLst>
        <pc:spChg chg="mod">
          <ac:chgData name="ROTUNDO Antonio" userId="821229aa-e62b-4e00-a2f6-d86e1618bccf" providerId="ADAL" clId="{A3126EE1-C07D-40C9-B562-20A4A32C4081}" dt="2026-02-24T10:52:09.843" v="1065" actId="20577"/>
          <ac:spMkLst>
            <pc:docMk/>
            <pc:sldMk cId="0" sldId="260"/>
            <ac:spMk id="109" creationId="{00000000-0000-0000-0000-000000000000}"/>
          </ac:spMkLst>
        </pc:spChg>
      </pc:sldChg>
      <pc:sldChg chg="addSp delSp modSp mod">
        <pc:chgData name="ROTUNDO Antonio" userId="821229aa-e62b-4e00-a2f6-d86e1618bccf" providerId="ADAL" clId="{A3126EE1-C07D-40C9-B562-20A4A32C4081}" dt="2026-02-25T15:12:22.489" v="2132" actId="1038"/>
        <pc:sldMkLst>
          <pc:docMk/>
          <pc:sldMk cId="0" sldId="268"/>
        </pc:sldMkLst>
        <pc:spChg chg="add mod">
          <ac:chgData name="ROTUNDO Antonio" userId="821229aa-e62b-4e00-a2f6-d86e1618bccf" providerId="ADAL" clId="{A3126EE1-C07D-40C9-B562-20A4A32C4081}" dt="2026-02-24T10:53:06.416" v="1078" actId="20577"/>
          <ac:spMkLst>
            <pc:docMk/>
            <pc:sldMk cId="0" sldId="268"/>
            <ac:spMk id="2" creationId="{7A0829B2-AC38-D926-DD79-DEB7323B4FAA}"/>
          </ac:spMkLst>
        </pc:spChg>
        <pc:spChg chg="add mod">
          <ac:chgData name="ROTUNDO Antonio" userId="821229aa-e62b-4e00-a2f6-d86e1618bccf" providerId="ADAL" clId="{A3126EE1-C07D-40C9-B562-20A4A32C4081}" dt="2026-02-24T11:41:22.672" v="1683" actId="255"/>
          <ac:spMkLst>
            <pc:docMk/>
            <pc:sldMk cId="0" sldId="268"/>
            <ac:spMk id="3" creationId="{2B710162-06E4-1788-AC33-BA43CEBB39E0}"/>
          </ac:spMkLst>
        </pc:spChg>
        <pc:spChg chg="add mod">
          <ac:chgData name="ROTUNDO Antonio" userId="821229aa-e62b-4e00-a2f6-d86e1618bccf" providerId="ADAL" clId="{A3126EE1-C07D-40C9-B562-20A4A32C4081}" dt="2026-02-24T11:41:26.878" v="1684" actId="255"/>
          <ac:spMkLst>
            <pc:docMk/>
            <pc:sldMk cId="0" sldId="268"/>
            <ac:spMk id="4" creationId="{971FEA11-1DC3-DC32-917F-C9C514A40535}"/>
          </ac:spMkLst>
        </pc:spChg>
        <pc:spChg chg="add mod">
          <ac:chgData name="ROTUNDO Antonio" userId="821229aa-e62b-4e00-a2f6-d86e1618bccf" providerId="ADAL" clId="{A3126EE1-C07D-40C9-B562-20A4A32C4081}" dt="2026-02-24T11:41:11.812" v="1681" actId="255"/>
          <ac:spMkLst>
            <pc:docMk/>
            <pc:sldMk cId="0" sldId="268"/>
            <ac:spMk id="5" creationId="{BB8FF408-E940-B2F1-7090-F3521850FBDB}"/>
          </ac:spMkLst>
        </pc:spChg>
        <pc:spChg chg="add mod">
          <ac:chgData name="ROTUNDO Antonio" userId="821229aa-e62b-4e00-a2f6-d86e1618bccf" providerId="ADAL" clId="{A3126EE1-C07D-40C9-B562-20A4A32C4081}" dt="2026-02-25T15:09:32.402" v="2046" actId="207"/>
          <ac:spMkLst>
            <pc:docMk/>
            <pc:sldMk cId="0" sldId="268"/>
            <ac:spMk id="6" creationId="{27E6457B-34B3-C67E-B7F4-9783A5EEB7DD}"/>
          </ac:spMkLst>
        </pc:spChg>
        <pc:spChg chg="mod topLvl">
          <ac:chgData name="ROTUNDO Antonio" userId="821229aa-e62b-4e00-a2f6-d86e1618bccf" providerId="ADAL" clId="{A3126EE1-C07D-40C9-B562-20A4A32C4081}" dt="2026-02-24T11:19:52.376" v="1252" actId="164"/>
          <ac:spMkLst>
            <pc:docMk/>
            <pc:sldMk cId="0" sldId="268"/>
            <ac:spMk id="8" creationId="{0447B6D7-DAE2-B080-700E-5F0105EAE34B}"/>
          </ac:spMkLst>
        </pc:spChg>
        <pc:spChg chg="add mod">
          <ac:chgData name="ROTUNDO Antonio" userId="821229aa-e62b-4e00-a2f6-d86e1618bccf" providerId="ADAL" clId="{A3126EE1-C07D-40C9-B562-20A4A32C4081}" dt="2026-02-24T11:37:15.397" v="1585" actId="1037"/>
          <ac:spMkLst>
            <pc:docMk/>
            <pc:sldMk cId="0" sldId="268"/>
            <ac:spMk id="11" creationId="{0E780FD6-0266-6A17-84EF-646661301D90}"/>
          </ac:spMkLst>
        </pc:spChg>
        <pc:spChg chg="mod">
          <ac:chgData name="ROTUNDO Antonio" userId="821229aa-e62b-4e00-a2f6-d86e1618bccf" providerId="ADAL" clId="{A3126EE1-C07D-40C9-B562-20A4A32C4081}" dt="2026-02-24T11:34:11.671" v="1334"/>
          <ac:spMkLst>
            <pc:docMk/>
            <pc:sldMk cId="0" sldId="268"/>
            <ac:spMk id="14" creationId="{3FC5911D-4B24-C185-9E40-BA8E79CA434C}"/>
          </ac:spMkLst>
        </pc:spChg>
        <pc:spChg chg="add mod">
          <ac:chgData name="ROTUNDO Antonio" userId="821229aa-e62b-4e00-a2f6-d86e1618bccf" providerId="ADAL" clId="{A3126EE1-C07D-40C9-B562-20A4A32C4081}" dt="2026-02-24T11:38:01.115" v="1598" actId="20577"/>
          <ac:spMkLst>
            <pc:docMk/>
            <pc:sldMk cId="0" sldId="268"/>
            <ac:spMk id="15" creationId="{13AA28D9-E8B1-F5EA-E898-912FEAA4485A}"/>
          </ac:spMkLst>
        </pc:spChg>
        <pc:spChg chg="mod">
          <ac:chgData name="ROTUNDO Antonio" userId="821229aa-e62b-4e00-a2f6-d86e1618bccf" providerId="ADAL" clId="{A3126EE1-C07D-40C9-B562-20A4A32C4081}" dt="2026-02-24T11:35:20.242" v="1432"/>
          <ac:spMkLst>
            <pc:docMk/>
            <pc:sldMk cId="0" sldId="268"/>
            <ac:spMk id="18" creationId="{136B4392-3154-13FB-FDD4-CC3EAC0E9F0E}"/>
          </ac:spMkLst>
        </pc:spChg>
        <pc:spChg chg="add mod">
          <ac:chgData name="ROTUNDO Antonio" userId="821229aa-e62b-4e00-a2f6-d86e1618bccf" providerId="ADAL" clId="{A3126EE1-C07D-40C9-B562-20A4A32C4081}" dt="2026-02-24T11:37:54.907" v="1597" actId="113"/>
          <ac:spMkLst>
            <pc:docMk/>
            <pc:sldMk cId="0" sldId="268"/>
            <ac:spMk id="19" creationId="{C5288E9A-CAF0-2AF5-71A7-02B001313D44}"/>
          </ac:spMkLst>
        </pc:spChg>
        <pc:spChg chg="mod">
          <ac:chgData name="ROTUNDO Antonio" userId="821229aa-e62b-4e00-a2f6-d86e1618bccf" providerId="ADAL" clId="{A3126EE1-C07D-40C9-B562-20A4A32C4081}" dt="2026-02-25T15:08:31.039" v="1974"/>
          <ac:spMkLst>
            <pc:docMk/>
            <pc:sldMk cId="0" sldId="268"/>
            <ac:spMk id="21" creationId="{5A3D6E7D-963D-E2D3-7412-818443D81BB4}"/>
          </ac:spMkLst>
        </pc:spChg>
        <pc:spChg chg="mod">
          <ac:chgData name="ROTUNDO Antonio" userId="821229aa-e62b-4e00-a2f6-d86e1618bccf" providerId="ADAL" clId="{A3126EE1-C07D-40C9-B562-20A4A32C4081}" dt="2026-02-24T11:38:10.621" v="1599"/>
          <ac:spMkLst>
            <pc:docMk/>
            <pc:sldMk cId="0" sldId="268"/>
            <ac:spMk id="22" creationId="{9D7432FB-94BD-0489-E50D-F704FD427D7A}"/>
          </ac:spMkLst>
        </pc:spChg>
        <pc:spChg chg="add mod">
          <ac:chgData name="ROTUNDO Antonio" userId="821229aa-e62b-4e00-a2f6-d86e1618bccf" providerId="ADAL" clId="{A3126EE1-C07D-40C9-B562-20A4A32C4081}" dt="2026-02-24T11:38:10.621" v="1599"/>
          <ac:spMkLst>
            <pc:docMk/>
            <pc:sldMk cId="0" sldId="268"/>
            <ac:spMk id="23" creationId="{46C1C418-9A25-DE0B-2DEA-7BBFCBF89087}"/>
          </ac:spMkLst>
        </pc:spChg>
        <pc:spChg chg="mod">
          <ac:chgData name="ROTUNDO Antonio" userId="821229aa-e62b-4e00-a2f6-d86e1618bccf" providerId="ADAL" clId="{A3126EE1-C07D-40C9-B562-20A4A32C4081}" dt="2026-02-24T11:38:16.519" v="1600"/>
          <ac:spMkLst>
            <pc:docMk/>
            <pc:sldMk cId="0" sldId="268"/>
            <ac:spMk id="26" creationId="{D90A480D-22E9-F4D0-58B3-BD63ADDEEA2B}"/>
          </ac:spMkLst>
        </pc:spChg>
        <pc:spChg chg="add mod">
          <ac:chgData name="ROTUNDO Antonio" userId="821229aa-e62b-4e00-a2f6-d86e1618bccf" providerId="ADAL" clId="{A3126EE1-C07D-40C9-B562-20A4A32C4081}" dt="2026-02-24T11:39:04.689" v="1664" actId="20577"/>
          <ac:spMkLst>
            <pc:docMk/>
            <pc:sldMk cId="0" sldId="268"/>
            <ac:spMk id="27" creationId="{A918EBA0-D02E-2D85-E48A-8E4005BC9085}"/>
          </ac:spMkLst>
        </pc:spChg>
        <pc:spChg chg="mod">
          <ac:chgData name="ROTUNDO Antonio" userId="821229aa-e62b-4e00-a2f6-d86e1618bccf" providerId="ADAL" clId="{A3126EE1-C07D-40C9-B562-20A4A32C4081}" dt="2026-02-24T11:41:35.215" v="1685"/>
          <ac:spMkLst>
            <pc:docMk/>
            <pc:sldMk cId="0" sldId="268"/>
            <ac:spMk id="30" creationId="{6B8B4E19-0A35-1E2F-6AB1-92F2E83D2D9D}"/>
          </ac:spMkLst>
        </pc:spChg>
        <pc:spChg chg="add mod">
          <ac:chgData name="ROTUNDO Antonio" userId="821229aa-e62b-4e00-a2f6-d86e1618bccf" providerId="ADAL" clId="{A3126EE1-C07D-40C9-B562-20A4A32C4081}" dt="2026-02-25T15:12:22.489" v="2132" actId="1038"/>
          <ac:spMkLst>
            <pc:docMk/>
            <pc:sldMk cId="0" sldId="268"/>
            <ac:spMk id="31" creationId="{8B7E25DC-F39B-90D2-4636-4E52C5E5A310}"/>
          </ac:spMkLst>
        </pc:spChg>
        <pc:spChg chg="mod">
          <ac:chgData name="ROTUNDO Antonio" userId="821229aa-e62b-4e00-a2f6-d86e1618bccf" providerId="ADAL" clId="{A3126EE1-C07D-40C9-B562-20A4A32C4081}" dt="2026-02-25T15:08:36.485" v="1975"/>
          <ac:spMkLst>
            <pc:docMk/>
            <pc:sldMk cId="0" sldId="268"/>
            <ac:spMk id="32" creationId="{888F834F-709A-8C5E-8914-1C5463187994}"/>
          </ac:spMkLst>
        </pc:spChg>
        <pc:spChg chg="add mod">
          <ac:chgData name="ROTUNDO Antonio" userId="821229aa-e62b-4e00-a2f6-d86e1618bccf" providerId="ADAL" clId="{A3126EE1-C07D-40C9-B562-20A4A32C4081}" dt="2026-02-25T15:11:53.700" v="2077" actId="20577"/>
          <ac:spMkLst>
            <pc:docMk/>
            <pc:sldMk cId="0" sldId="268"/>
            <ac:spMk id="33" creationId="{D3A3F9F3-913C-C763-F53D-F78FD224FB96}"/>
          </ac:spMkLst>
        </pc:spChg>
        <pc:spChg chg="mod">
          <ac:chgData name="ROTUNDO Antonio" userId="821229aa-e62b-4e00-a2f6-d86e1618bccf" providerId="ADAL" clId="{A3126EE1-C07D-40C9-B562-20A4A32C4081}" dt="2026-02-25T15:12:10.681" v="2081"/>
          <ac:spMkLst>
            <pc:docMk/>
            <pc:sldMk cId="0" sldId="268"/>
            <ac:spMk id="36" creationId="{ECE56410-46CF-CE37-5100-0B827BA78C9D}"/>
          </ac:spMkLst>
        </pc:spChg>
        <pc:grpChg chg="add del mod">
          <ac:chgData name="ROTUNDO Antonio" userId="821229aa-e62b-4e00-a2f6-d86e1618bccf" providerId="ADAL" clId="{A3126EE1-C07D-40C9-B562-20A4A32C4081}" dt="2026-02-24T11:19:33.777" v="1247" actId="165"/>
          <ac:grpSpMkLst>
            <pc:docMk/>
            <pc:sldMk cId="0" sldId="268"/>
            <ac:grpSpMk id="6" creationId="{E03A2AA0-3FE9-4DB5-EC4A-EAC6B003432E}"/>
          </ac:grpSpMkLst>
        </pc:grpChg>
        <pc:grpChg chg="add mod">
          <ac:chgData name="ROTUNDO Antonio" userId="821229aa-e62b-4e00-a2f6-d86e1618bccf" providerId="ADAL" clId="{A3126EE1-C07D-40C9-B562-20A4A32C4081}" dt="2026-02-24T11:37:15.397" v="1585" actId="1037"/>
          <ac:grpSpMkLst>
            <pc:docMk/>
            <pc:sldMk cId="0" sldId="268"/>
            <ac:grpSpMk id="9" creationId="{E673416F-4887-F7C0-15E4-233434946079}"/>
          </ac:grpSpMkLst>
        </pc:grpChg>
        <pc:grpChg chg="add mod">
          <ac:chgData name="ROTUNDO Antonio" userId="821229aa-e62b-4e00-a2f6-d86e1618bccf" providerId="ADAL" clId="{A3126EE1-C07D-40C9-B562-20A4A32C4081}" dt="2026-02-25T15:08:31.039" v="1974"/>
          <ac:grpSpMkLst>
            <pc:docMk/>
            <pc:sldMk cId="0" sldId="268"/>
            <ac:grpSpMk id="10" creationId="{7DD428DF-B5C3-93CF-4A98-9939F81270F3}"/>
          </ac:grpSpMkLst>
        </pc:grpChg>
        <pc:grpChg chg="add mod">
          <ac:chgData name="ROTUNDO Antonio" userId="821229aa-e62b-4e00-a2f6-d86e1618bccf" providerId="ADAL" clId="{A3126EE1-C07D-40C9-B562-20A4A32C4081}" dt="2026-02-24T11:36:44.341" v="1534" actId="1038"/>
          <ac:grpSpMkLst>
            <pc:docMk/>
            <pc:sldMk cId="0" sldId="268"/>
            <ac:grpSpMk id="12" creationId="{94EB19BC-4FAE-0647-10DF-C9D9920006C5}"/>
          </ac:grpSpMkLst>
        </pc:grpChg>
        <pc:grpChg chg="add mod">
          <ac:chgData name="ROTUNDO Antonio" userId="821229aa-e62b-4e00-a2f6-d86e1618bccf" providerId="ADAL" clId="{A3126EE1-C07D-40C9-B562-20A4A32C4081}" dt="2026-02-24T11:36:34.481" v="1513" actId="1038"/>
          <ac:grpSpMkLst>
            <pc:docMk/>
            <pc:sldMk cId="0" sldId="268"/>
            <ac:grpSpMk id="16" creationId="{7F9D4030-1CE1-6E41-7437-EA7867479C74}"/>
          </ac:grpSpMkLst>
        </pc:grpChg>
        <pc:grpChg chg="add mod">
          <ac:chgData name="ROTUNDO Antonio" userId="821229aa-e62b-4e00-a2f6-d86e1618bccf" providerId="ADAL" clId="{A3126EE1-C07D-40C9-B562-20A4A32C4081}" dt="2026-02-24T11:38:10.621" v="1599"/>
          <ac:grpSpMkLst>
            <pc:docMk/>
            <pc:sldMk cId="0" sldId="268"/>
            <ac:grpSpMk id="20" creationId="{0FEEF834-9A90-BBAA-2B37-FE7427848589}"/>
          </ac:grpSpMkLst>
        </pc:grpChg>
        <pc:grpChg chg="add mod">
          <ac:chgData name="ROTUNDO Antonio" userId="821229aa-e62b-4e00-a2f6-d86e1618bccf" providerId="ADAL" clId="{A3126EE1-C07D-40C9-B562-20A4A32C4081}" dt="2026-02-25T15:08:47.385" v="2037" actId="1038"/>
          <ac:grpSpMkLst>
            <pc:docMk/>
            <pc:sldMk cId="0" sldId="268"/>
            <ac:grpSpMk id="22" creationId="{09543D5A-76B7-D001-A416-3B0124293565}"/>
          </ac:grpSpMkLst>
        </pc:grpChg>
        <pc:grpChg chg="add mod">
          <ac:chgData name="ROTUNDO Antonio" userId="821229aa-e62b-4e00-a2f6-d86e1618bccf" providerId="ADAL" clId="{A3126EE1-C07D-40C9-B562-20A4A32C4081}" dt="2026-02-24T11:38:44.408" v="1627" actId="1038"/>
          <ac:grpSpMkLst>
            <pc:docMk/>
            <pc:sldMk cId="0" sldId="268"/>
            <ac:grpSpMk id="24" creationId="{7D951B1B-02AF-6A30-1222-3280D61565F3}"/>
          </ac:grpSpMkLst>
        </pc:grpChg>
        <pc:grpChg chg="add del mod">
          <ac:chgData name="ROTUNDO Antonio" userId="821229aa-e62b-4e00-a2f6-d86e1618bccf" providerId="ADAL" clId="{A3126EE1-C07D-40C9-B562-20A4A32C4081}" dt="2026-02-25T15:12:06.886" v="2080" actId="478"/>
          <ac:grpSpMkLst>
            <pc:docMk/>
            <pc:sldMk cId="0" sldId="268"/>
            <ac:grpSpMk id="28" creationId="{E28E5FC2-401F-48BD-263A-CB8891F76CE7}"/>
          </ac:grpSpMkLst>
        </pc:grpChg>
        <pc:grpChg chg="add mod">
          <ac:chgData name="ROTUNDO Antonio" userId="821229aa-e62b-4e00-a2f6-d86e1618bccf" providerId="ADAL" clId="{A3126EE1-C07D-40C9-B562-20A4A32C4081}" dt="2026-02-25T15:12:17.724" v="2129" actId="1038"/>
          <ac:grpSpMkLst>
            <pc:docMk/>
            <pc:sldMk cId="0" sldId="268"/>
            <ac:grpSpMk id="34" creationId="{4FB7C0E3-DC9F-1082-4F30-6EA61C10EF2E}"/>
          </ac:grpSpMkLst>
        </pc:grpChg>
        <pc:cxnChg chg="mod topLvl">
          <ac:chgData name="ROTUNDO Antonio" userId="821229aa-e62b-4e00-a2f6-d86e1618bccf" providerId="ADAL" clId="{A3126EE1-C07D-40C9-B562-20A4A32C4081}" dt="2026-02-24T11:19:52.376" v="1252" actId="164"/>
          <ac:cxnSpMkLst>
            <pc:docMk/>
            <pc:sldMk cId="0" sldId="268"/>
            <ac:cxnSpMk id="7" creationId="{87311B90-A1C1-A67E-402A-4E3C2B6F632A}"/>
          </ac:cxnSpMkLst>
        </pc:cxnChg>
        <pc:cxnChg chg="mod">
          <ac:chgData name="ROTUNDO Antonio" userId="821229aa-e62b-4e00-a2f6-d86e1618bccf" providerId="ADAL" clId="{A3126EE1-C07D-40C9-B562-20A4A32C4081}" dt="2026-02-24T11:34:11.671" v="1334"/>
          <ac:cxnSpMkLst>
            <pc:docMk/>
            <pc:sldMk cId="0" sldId="268"/>
            <ac:cxnSpMk id="13" creationId="{C84B8F3D-2FEA-58DA-3B34-5BF553EF38EF}"/>
          </ac:cxnSpMkLst>
        </pc:cxnChg>
        <pc:cxnChg chg="mod">
          <ac:chgData name="ROTUNDO Antonio" userId="821229aa-e62b-4e00-a2f6-d86e1618bccf" providerId="ADAL" clId="{A3126EE1-C07D-40C9-B562-20A4A32C4081}" dt="2026-02-24T11:35:20.242" v="1432"/>
          <ac:cxnSpMkLst>
            <pc:docMk/>
            <pc:sldMk cId="0" sldId="268"/>
            <ac:cxnSpMk id="17" creationId="{EB0BB412-AED1-7ED4-889B-FFEBB4C7400A}"/>
          </ac:cxnSpMkLst>
        </pc:cxnChg>
        <pc:cxnChg chg="mod">
          <ac:chgData name="ROTUNDO Antonio" userId="821229aa-e62b-4e00-a2f6-d86e1618bccf" providerId="ADAL" clId="{A3126EE1-C07D-40C9-B562-20A4A32C4081}" dt="2026-02-25T15:08:31.039" v="1974"/>
          <ac:cxnSpMkLst>
            <pc:docMk/>
            <pc:sldMk cId="0" sldId="268"/>
            <ac:cxnSpMk id="20" creationId="{D1147B1F-149D-8D1E-2A47-579AA007E63B}"/>
          </ac:cxnSpMkLst>
        </pc:cxnChg>
        <pc:cxnChg chg="mod">
          <ac:chgData name="ROTUNDO Antonio" userId="821229aa-e62b-4e00-a2f6-d86e1618bccf" providerId="ADAL" clId="{A3126EE1-C07D-40C9-B562-20A4A32C4081}" dt="2026-02-24T11:38:10.621" v="1599"/>
          <ac:cxnSpMkLst>
            <pc:docMk/>
            <pc:sldMk cId="0" sldId="268"/>
            <ac:cxnSpMk id="21" creationId="{6F062E69-9A49-F295-3993-817E8DB481A1}"/>
          </ac:cxnSpMkLst>
        </pc:cxnChg>
        <pc:cxnChg chg="mod">
          <ac:chgData name="ROTUNDO Antonio" userId="821229aa-e62b-4e00-a2f6-d86e1618bccf" providerId="ADAL" clId="{A3126EE1-C07D-40C9-B562-20A4A32C4081}" dt="2026-02-25T15:08:36.485" v="1975"/>
          <ac:cxnSpMkLst>
            <pc:docMk/>
            <pc:sldMk cId="0" sldId="268"/>
            <ac:cxnSpMk id="23" creationId="{5278BD7B-7799-6C10-D6DF-2D13694A70E2}"/>
          </ac:cxnSpMkLst>
        </pc:cxnChg>
        <pc:cxnChg chg="mod">
          <ac:chgData name="ROTUNDO Antonio" userId="821229aa-e62b-4e00-a2f6-d86e1618bccf" providerId="ADAL" clId="{A3126EE1-C07D-40C9-B562-20A4A32C4081}" dt="2026-02-24T11:38:16.519" v="1600"/>
          <ac:cxnSpMkLst>
            <pc:docMk/>
            <pc:sldMk cId="0" sldId="268"/>
            <ac:cxnSpMk id="25" creationId="{55B744DD-F49F-17DB-5664-C73D677FCBE9}"/>
          </ac:cxnSpMkLst>
        </pc:cxnChg>
        <pc:cxnChg chg="mod">
          <ac:chgData name="ROTUNDO Antonio" userId="821229aa-e62b-4e00-a2f6-d86e1618bccf" providerId="ADAL" clId="{A3126EE1-C07D-40C9-B562-20A4A32C4081}" dt="2026-02-24T11:41:35.215" v="1685"/>
          <ac:cxnSpMkLst>
            <pc:docMk/>
            <pc:sldMk cId="0" sldId="268"/>
            <ac:cxnSpMk id="29" creationId="{3FB14B3A-EBE8-2D44-78BD-EADC50D8972B}"/>
          </ac:cxnSpMkLst>
        </pc:cxnChg>
        <pc:cxnChg chg="mod">
          <ac:chgData name="ROTUNDO Antonio" userId="821229aa-e62b-4e00-a2f6-d86e1618bccf" providerId="ADAL" clId="{A3126EE1-C07D-40C9-B562-20A4A32C4081}" dt="2026-02-25T15:12:10.681" v="2081"/>
          <ac:cxnSpMkLst>
            <pc:docMk/>
            <pc:sldMk cId="0" sldId="268"/>
            <ac:cxnSpMk id="35" creationId="{5FC2E57C-1A09-F1E2-3CFE-039D41857EBE}"/>
          </ac:cxnSpMkLst>
        </pc:cxnChg>
      </pc:sldChg>
      <pc:sldChg chg="addSp delSp modSp mod">
        <pc:chgData name="ROTUNDO Antonio" userId="821229aa-e62b-4e00-a2f6-d86e1618bccf" providerId="ADAL" clId="{A3126EE1-C07D-40C9-B562-20A4A32C4081}" dt="2026-02-25T14:49:20.295" v="1913" actId="1036"/>
        <pc:sldMkLst>
          <pc:docMk/>
          <pc:sldMk cId="3809420467" sldId="269"/>
        </pc:sldMkLst>
        <pc:spChg chg="add mod">
          <ac:chgData name="ROTUNDO Antonio" userId="821229aa-e62b-4e00-a2f6-d86e1618bccf" providerId="ADAL" clId="{A3126EE1-C07D-40C9-B562-20A4A32C4081}" dt="2026-02-23T21:48:16.392" v="661" actId="1076"/>
          <ac:spMkLst>
            <pc:docMk/>
            <pc:sldMk cId="3809420467" sldId="269"/>
            <ac:spMk id="2" creationId="{47C29142-D98D-046E-9872-DF5764CAF97A}"/>
          </ac:spMkLst>
        </pc:spChg>
        <pc:spChg chg="add mod">
          <ac:chgData name="ROTUNDO Antonio" userId="821229aa-e62b-4e00-a2f6-d86e1618bccf" providerId="ADAL" clId="{A3126EE1-C07D-40C9-B562-20A4A32C4081}" dt="2026-02-25T14:46:53.847" v="1882" actId="1035"/>
          <ac:spMkLst>
            <pc:docMk/>
            <pc:sldMk cId="3809420467" sldId="269"/>
            <ac:spMk id="3" creationId="{06C19D8D-5EC7-7697-88E3-AC809A6DF54E}"/>
          </ac:spMkLst>
        </pc:spChg>
        <pc:spChg chg="add mod">
          <ac:chgData name="ROTUNDO Antonio" userId="821229aa-e62b-4e00-a2f6-d86e1618bccf" providerId="ADAL" clId="{A3126EE1-C07D-40C9-B562-20A4A32C4081}" dt="2026-02-23T21:48:24.401" v="688" actId="1036"/>
          <ac:spMkLst>
            <pc:docMk/>
            <pc:sldMk cId="3809420467" sldId="269"/>
            <ac:spMk id="4" creationId="{C5BB68BA-68D7-F0ED-DAF1-DC41AF157651}"/>
          </ac:spMkLst>
        </pc:spChg>
        <pc:spChg chg="add mod">
          <ac:chgData name="ROTUNDO Antonio" userId="821229aa-e62b-4e00-a2f6-d86e1618bccf" providerId="ADAL" clId="{A3126EE1-C07D-40C9-B562-20A4A32C4081}" dt="2026-02-24T08:55:37.346" v="831" actId="14100"/>
          <ac:spMkLst>
            <pc:docMk/>
            <pc:sldMk cId="3809420467" sldId="269"/>
            <ac:spMk id="7" creationId="{64E5B614-7DC3-E02C-B0EE-DBD395BD6F57}"/>
          </ac:spMkLst>
        </pc:spChg>
        <pc:spChg chg="add del mod">
          <ac:chgData name="ROTUNDO Antonio" userId="821229aa-e62b-4e00-a2f6-d86e1618bccf" providerId="ADAL" clId="{A3126EE1-C07D-40C9-B562-20A4A32C4081}" dt="2026-02-25T14:43:20.324" v="1810" actId="22"/>
          <ac:spMkLst>
            <pc:docMk/>
            <pc:sldMk cId="3809420467" sldId="269"/>
            <ac:spMk id="8" creationId="{16537D65-EF1E-CBAF-5D89-34C2993A537A}"/>
          </ac:spMkLst>
        </pc:spChg>
        <pc:spChg chg="add mod">
          <ac:chgData name="ROTUNDO Antonio" userId="821229aa-e62b-4e00-a2f6-d86e1618bccf" providerId="ADAL" clId="{A3126EE1-C07D-40C9-B562-20A4A32C4081}" dt="2026-02-23T21:49:41.636" v="780" actId="14100"/>
          <ac:spMkLst>
            <pc:docMk/>
            <pc:sldMk cId="3809420467" sldId="269"/>
            <ac:spMk id="10" creationId="{F7D3EC52-D70F-F3C5-F2AF-BD80C664EA56}"/>
          </ac:spMkLst>
        </pc:spChg>
        <pc:spChg chg="add mod">
          <ac:chgData name="ROTUNDO Antonio" userId="821229aa-e62b-4e00-a2f6-d86e1618bccf" providerId="ADAL" clId="{A3126EE1-C07D-40C9-B562-20A4A32C4081}" dt="2026-02-25T14:46:44.451" v="1872" actId="20577"/>
          <ac:spMkLst>
            <pc:docMk/>
            <pc:sldMk cId="3809420467" sldId="269"/>
            <ac:spMk id="11" creationId="{3C7C3BCC-51DD-2BD5-438C-E49325A90450}"/>
          </ac:spMkLst>
        </pc:spChg>
        <pc:spChg chg="add mod">
          <ac:chgData name="ROTUNDO Antonio" userId="821229aa-e62b-4e00-a2f6-d86e1618bccf" providerId="ADAL" clId="{A3126EE1-C07D-40C9-B562-20A4A32C4081}" dt="2026-02-23T21:48:46.833" v="730" actId="1035"/>
          <ac:spMkLst>
            <pc:docMk/>
            <pc:sldMk cId="3809420467" sldId="269"/>
            <ac:spMk id="14" creationId="{F1F492D6-C7E7-9D66-9B0D-ED2C9677FBE8}"/>
          </ac:spMkLst>
        </pc:spChg>
        <pc:picChg chg="add del mod">
          <ac:chgData name="ROTUNDO Antonio" userId="821229aa-e62b-4e00-a2f6-d86e1618bccf" providerId="ADAL" clId="{A3126EE1-C07D-40C9-B562-20A4A32C4081}" dt="2026-02-25T14:46:10.271" v="1867" actId="1076"/>
          <ac:picMkLst>
            <pc:docMk/>
            <pc:sldMk cId="3809420467" sldId="269"/>
            <ac:picMk id="6" creationId="{6D2140AF-35AF-FF93-894C-24B46683ED11}"/>
          </ac:picMkLst>
        </pc:picChg>
        <pc:picChg chg="add mod">
          <ac:chgData name="ROTUNDO Antonio" userId="821229aa-e62b-4e00-a2f6-d86e1618bccf" providerId="ADAL" clId="{A3126EE1-C07D-40C9-B562-20A4A32C4081}" dt="2026-02-25T14:49:20.295" v="1913" actId="1036"/>
          <ac:picMkLst>
            <pc:docMk/>
            <pc:sldMk cId="3809420467" sldId="269"/>
            <ac:picMk id="1026" creationId="{0FB4803A-5748-4939-8B10-F49E130F7557}"/>
          </ac:picMkLst>
        </pc:picChg>
      </pc:sldChg>
      <pc:sldChg chg="addSp delSp modSp mod">
        <pc:chgData name="ROTUNDO Antonio" userId="821229aa-e62b-4e00-a2f6-d86e1618bccf" providerId="ADAL" clId="{A3126EE1-C07D-40C9-B562-20A4A32C4081}" dt="2026-02-24T10:58:41.896" v="1094" actId="20577"/>
        <pc:sldMkLst>
          <pc:docMk/>
          <pc:sldMk cId="2788758393" sldId="271"/>
        </pc:sldMkLst>
        <pc:spChg chg="add mod">
          <ac:chgData name="ROTUNDO Antonio" userId="821229aa-e62b-4e00-a2f6-d86e1618bccf" providerId="ADAL" clId="{A3126EE1-C07D-40C9-B562-20A4A32C4081}" dt="2026-02-24T10:47:56.377" v="975" actId="20577"/>
          <ac:spMkLst>
            <pc:docMk/>
            <pc:sldMk cId="2788758393" sldId="271"/>
            <ac:spMk id="3" creationId="{3F919B3A-5F6B-E3EC-9957-202EFDC2AB16}"/>
          </ac:spMkLst>
        </pc:spChg>
        <pc:spChg chg="add mod">
          <ac:chgData name="ROTUNDO Antonio" userId="821229aa-e62b-4e00-a2f6-d86e1618bccf" providerId="ADAL" clId="{A3126EE1-C07D-40C9-B562-20A4A32C4081}" dt="2026-02-24T10:58:41.896" v="1094" actId="20577"/>
          <ac:spMkLst>
            <pc:docMk/>
            <pc:sldMk cId="2788758393" sldId="271"/>
            <ac:spMk id="5" creationId="{CC972AF2-CC92-EB44-14F5-D7B70FC6CCE3}"/>
          </ac:spMkLst>
        </pc:spChg>
        <pc:picChg chg="add mod modCrop">
          <ac:chgData name="ROTUNDO Antonio" userId="821229aa-e62b-4e00-a2f6-d86e1618bccf" providerId="ADAL" clId="{A3126EE1-C07D-40C9-B562-20A4A32C4081}" dt="2026-02-24T10:50:04.024" v="995" actId="1076"/>
          <ac:picMkLst>
            <pc:docMk/>
            <pc:sldMk cId="2788758393" sldId="271"/>
            <ac:picMk id="2" creationId="{4186879D-018A-EA8B-4283-B3C1BB720A60}"/>
          </ac:picMkLst>
        </pc:picChg>
      </pc:sldChg>
      <pc:sldChg chg="delSp del mod">
        <pc:chgData name="ROTUNDO Antonio" userId="821229aa-e62b-4e00-a2f6-d86e1618bccf" providerId="ADAL" clId="{A3126EE1-C07D-40C9-B562-20A4A32C4081}" dt="2026-02-24T10:51:13.232" v="1060" actId="47"/>
        <pc:sldMkLst>
          <pc:docMk/>
          <pc:sldMk cId="3263133108" sldId="272"/>
        </pc:sldMkLst>
      </pc:sldChg>
      <pc:sldChg chg="delSp del mod">
        <pc:chgData name="ROTUNDO Antonio" userId="821229aa-e62b-4e00-a2f6-d86e1618bccf" providerId="ADAL" clId="{A3126EE1-C07D-40C9-B562-20A4A32C4081}" dt="2026-02-24T10:51:13.232" v="1060" actId="47"/>
        <pc:sldMkLst>
          <pc:docMk/>
          <pc:sldMk cId="3801443335" sldId="605"/>
        </pc:sldMkLst>
      </pc:sldChg>
      <pc:sldChg chg="addSp delSp modSp mod">
        <pc:chgData name="ROTUNDO Antonio" userId="821229aa-e62b-4e00-a2f6-d86e1618bccf" providerId="ADAL" clId="{A3126EE1-C07D-40C9-B562-20A4A32C4081}" dt="2026-02-24T08:57:01.376" v="832" actId="20577"/>
        <pc:sldMkLst>
          <pc:docMk/>
          <pc:sldMk cId="1574086042" sldId="608"/>
        </pc:sldMkLst>
        <pc:spChg chg="add mod">
          <ac:chgData name="ROTUNDO Antonio" userId="821229aa-e62b-4e00-a2f6-d86e1618bccf" providerId="ADAL" clId="{A3126EE1-C07D-40C9-B562-20A4A32C4081}" dt="2026-02-23T21:48:11.177" v="660" actId="1076"/>
          <ac:spMkLst>
            <pc:docMk/>
            <pc:sldMk cId="1574086042" sldId="608"/>
            <ac:spMk id="2" creationId="{334FE07D-FDFE-6570-DE43-13B1E4A55035}"/>
          </ac:spMkLst>
        </pc:spChg>
        <pc:spChg chg="add mod">
          <ac:chgData name="ROTUNDO Antonio" userId="821229aa-e62b-4e00-a2f6-d86e1618bccf" providerId="ADAL" clId="{A3126EE1-C07D-40C9-B562-20A4A32C4081}" dt="2026-02-23T17:09:56.876" v="221" actId="20577"/>
          <ac:spMkLst>
            <pc:docMk/>
            <pc:sldMk cId="1574086042" sldId="608"/>
            <ac:spMk id="3" creationId="{C4F7A351-4F94-FC1E-3750-8FA70CFCA44D}"/>
          </ac:spMkLst>
        </pc:spChg>
        <pc:spChg chg="add mod">
          <ac:chgData name="ROTUNDO Antonio" userId="821229aa-e62b-4e00-a2f6-d86e1618bccf" providerId="ADAL" clId="{A3126EE1-C07D-40C9-B562-20A4A32C4081}" dt="2026-02-23T21:49:08.789" v="778" actId="1036"/>
          <ac:spMkLst>
            <pc:docMk/>
            <pc:sldMk cId="1574086042" sldId="608"/>
            <ac:spMk id="11" creationId="{39C03DA9-6A56-0C91-32F8-D1DFF6CBED2F}"/>
          </ac:spMkLst>
        </pc:spChg>
        <pc:spChg chg="add mod">
          <ac:chgData name="ROTUNDO Antonio" userId="821229aa-e62b-4e00-a2f6-d86e1618bccf" providerId="ADAL" clId="{A3126EE1-C07D-40C9-B562-20A4A32C4081}" dt="2026-02-23T21:49:08.789" v="778" actId="1036"/>
          <ac:spMkLst>
            <pc:docMk/>
            <pc:sldMk cId="1574086042" sldId="608"/>
            <ac:spMk id="12" creationId="{DDFCC38B-A1D5-E8D0-67CC-D67088B55D9B}"/>
          </ac:spMkLst>
        </pc:spChg>
        <pc:spChg chg="add mod">
          <ac:chgData name="ROTUNDO Antonio" userId="821229aa-e62b-4e00-a2f6-d86e1618bccf" providerId="ADAL" clId="{A3126EE1-C07D-40C9-B562-20A4A32C4081}" dt="2026-02-24T08:57:01.376" v="832" actId="20577"/>
          <ac:spMkLst>
            <pc:docMk/>
            <pc:sldMk cId="1574086042" sldId="608"/>
            <ac:spMk id="13" creationId="{999A0587-E377-A493-42FB-A65C64447A00}"/>
          </ac:spMkLst>
        </pc:spChg>
        <pc:picChg chg="add mod modCrop">
          <ac:chgData name="ROTUNDO Antonio" userId="821229aa-e62b-4e00-a2f6-d86e1618bccf" providerId="ADAL" clId="{A3126EE1-C07D-40C9-B562-20A4A32C4081}" dt="2026-02-23T21:48:57.840" v="743" actId="1036"/>
          <ac:picMkLst>
            <pc:docMk/>
            <pc:sldMk cId="1574086042" sldId="608"/>
            <ac:picMk id="7" creationId="{75BB0AEC-3EA1-EFE3-C0E6-470E3200F8EC}"/>
          </ac:picMkLst>
        </pc:picChg>
      </pc:sldChg>
      <pc:sldChg chg="addSp delSp modSp mod">
        <pc:chgData name="ROTUNDO Antonio" userId="821229aa-e62b-4e00-a2f6-d86e1618bccf" providerId="ADAL" clId="{A3126EE1-C07D-40C9-B562-20A4A32C4081}" dt="2026-02-23T21:55:53.874" v="805" actId="1076"/>
        <pc:sldMkLst>
          <pc:docMk/>
          <pc:sldMk cId="4112295509" sldId="609"/>
        </pc:sldMkLst>
        <pc:spChg chg="add mod">
          <ac:chgData name="ROTUNDO Antonio" userId="821229aa-e62b-4e00-a2f6-d86e1618bccf" providerId="ADAL" clId="{A3126EE1-C07D-40C9-B562-20A4A32C4081}" dt="2026-02-23T21:27:08.368" v="362" actId="20577"/>
          <ac:spMkLst>
            <pc:docMk/>
            <pc:sldMk cId="4112295509" sldId="609"/>
            <ac:spMk id="9" creationId="{F186649D-8EB9-3964-F73A-40EF11477714}"/>
          </ac:spMkLst>
        </pc:spChg>
        <pc:spChg chg="add mod">
          <ac:chgData name="ROTUNDO Antonio" userId="821229aa-e62b-4e00-a2f6-d86e1618bccf" providerId="ADAL" clId="{A3126EE1-C07D-40C9-B562-20A4A32C4081}" dt="2026-02-23T21:53:01.585" v="798" actId="20577"/>
          <ac:spMkLst>
            <pc:docMk/>
            <pc:sldMk cId="4112295509" sldId="609"/>
            <ac:spMk id="10" creationId="{A78F8BEC-F4F1-E3AF-A6A8-DBD6D88F59D6}"/>
          </ac:spMkLst>
        </pc:spChg>
        <pc:spChg chg="add mod">
          <ac:chgData name="ROTUNDO Antonio" userId="821229aa-e62b-4e00-a2f6-d86e1618bccf" providerId="ADAL" clId="{A3126EE1-C07D-40C9-B562-20A4A32C4081}" dt="2026-02-23T21:55:53.874" v="805" actId="1076"/>
          <ac:spMkLst>
            <pc:docMk/>
            <pc:sldMk cId="4112295509" sldId="609"/>
            <ac:spMk id="12" creationId="{0E562B1F-4B25-093D-4F83-80C0D00D3D58}"/>
          </ac:spMkLst>
        </pc:spChg>
        <pc:picChg chg="add mod">
          <ac:chgData name="ROTUNDO Antonio" userId="821229aa-e62b-4e00-a2f6-d86e1618bccf" providerId="ADAL" clId="{A3126EE1-C07D-40C9-B562-20A4A32C4081}" dt="2026-02-23T21:52:26.323" v="783" actId="1076"/>
          <ac:picMkLst>
            <pc:docMk/>
            <pc:sldMk cId="4112295509" sldId="609"/>
            <ac:picMk id="3" creationId="{ABA981E1-79C1-B3F9-9869-114DEC32DD09}"/>
          </ac:picMkLst>
        </pc:picChg>
      </pc:sldChg>
      <pc:sldChg chg="delSp del mod">
        <pc:chgData name="ROTUNDO Antonio" userId="821229aa-e62b-4e00-a2f6-d86e1618bccf" providerId="ADAL" clId="{A3126EE1-C07D-40C9-B562-20A4A32C4081}" dt="2026-02-24T10:51:13.232" v="1060" actId="47"/>
        <pc:sldMkLst>
          <pc:docMk/>
          <pc:sldMk cId="2777931216" sldId="612"/>
        </pc:sldMkLst>
      </pc:sldChg>
      <pc:sldChg chg="delSp del mod">
        <pc:chgData name="ROTUNDO Antonio" userId="821229aa-e62b-4e00-a2f6-d86e1618bccf" providerId="ADAL" clId="{A3126EE1-C07D-40C9-B562-20A4A32C4081}" dt="2026-02-24T10:51:13.232" v="1060" actId="47"/>
        <pc:sldMkLst>
          <pc:docMk/>
          <pc:sldMk cId="2596470157" sldId="614"/>
        </pc:sldMkLst>
      </pc:sldChg>
      <pc:sldChg chg="addSp delSp modSp new mod">
        <pc:chgData name="ROTUNDO Antonio" userId="821229aa-e62b-4e00-a2f6-d86e1618bccf" providerId="ADAL" clId="{A3126EE1-C07D-40C9-B562-20A4A32C4081}" dt="2026-02-24T10:42:38.968" v="935" actId="20577"/>
        <pc:sldMkLst>
          <pc:docMk/>
          <pc:sldMk cId="3708622009" sldId="615"/>
        </pc:sldMkLst>
        <pc:spChg chg="del">
          <ac:chgData name="ROTUNDO Antonio" userId="821229aa-e62b-4e00-a2f6-d86e1618bccf" providerId="ADAL" clId="{A3126EE1-C07D-40C9-B562-20A4A32C4081}" dt="2026-02-24T10:39:31.197" v="851" actId="478"/>
          <ac:spMkLst>
            <pc:docMk/>
            <pc:sldMk cId="3708622009" sldId="615"/>
            <ac:spMk id="2" creationId="{4B7E069A-F5AD-07AA-9DC3-E85999BC552F}"/>
          </ac:spMkLst>
        </pc:spChg>
        <pc:spChg chg="del">
          <ac:chgData name="ROTUNDO Antonio" userId="821229aa-e62b-4e00-a2f6-d86e1618bccf" providerId="ADAL" clId="{A3126EE1-C07D-40C9-B562-20A4A32C4081}" dt="2026-02-24T10:39:32.825" v="852" actId="478"/>
          <ac:spMkLst>
            <pc:docMk/>
            <pc:sldMk cId="3708622009" sldId="615"/>
            <ac:spMk id="3" creationId="{D97849AB-7EFC-4F69-6F02-729F8FB8FAD1}"/>
          </ac:spMkLst>
        </pc:spChg>
        <pc:spChg chg="add mod">
          <ac:chgData name="ROTUNDO Antonio" userId="821229aa-e62b-4e00-a2f6-d86e1618bccf" providerId="ADAL" clId="{A3126EE1-C07D-40C9-B562-20A4A32C4081}" dt="2026-02-24T10:42:14.317" v="921" actId="207"/>
          <ac:spMkLst>
            <pc:docMk/>
            <pc:sldMk cId="3708622009" sldId="615"/>
            <ac:spMk id="5" creationId="{371FD9BE-E390-9A87-BDF4-F81010655A09}"/>
          </ac:spMkLst>
        </pc:spChg>
        <pc:spChg chg="add mod">
          <ac:chgData name="ROTUNDO Antonio" userId="821229aa-e62b-4e00-a2f6-d86e1618bccf" providerId="ADAL" clId="{A3126EE1-C07D-40C9-B562-20A4A32C4081}" dt="2026-02-24T10:42:38.968" v="935" actId="20577"/>
          <ac:spMkLst>
            <pc:docMk/>
            <pc:sldMk cId="3708622009" sldId="615"/>
            <ac:spMk id="6" creationId="{60983C6C-8A2B-F316-3894-AD40EB8EF4BD}"/>
          </ac:spMkLst>
        </pc:spChg>
      </pc:sldChg>
      <pc:sldMasterChg chg="delSldLayout">
        <pc:chgData name="ROTUNDO Antonio" userId="821229aa-e62b-4e00-a2f6-d86e1618bccf" providerId="ADAL" clId="{A3126EE1-C07D-40C9-B562-20A4A32C4081}" dt="2026-02-24T10:51:13.232" v="1060" actId="47"/>
        <pc:sldMasterMkLst>
          <pc:docMk/>
          <pc:sldMasterMk cId="683966564" sldId="2147483674"/>
        </pc:sldMasterMkLst>
        <pc:sldLayoutChg chg="del">
          <pc:chgData name="ROTUNDO Antonio" userId="821229aa-e62b-4e00-a2f6-d86e1618bccf" providerId="ADAL" clId="{A3126EE1-C07D-40C9-B562-20A4A32C4081}" dt="2026-02-24T10:51:13.232" v="1060" actId="47"/>
          <pc:sldLayoutMkLst>
            <pc:docMk/>
            <pc:sldMasterMk cId="683966564" sldId="2147483674"/>
            <pc:sldLayoutMk cId="2994068038" sldId="214748368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EA3FA0-3346-45B1-91B5-B9C6369A565E}" type="datetimeFigureOut">
              <a:rPr lang="it-IT" smtClean="0"/>
              <a:t>25/02/2026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C2DFC6-607E-4672-A28C-4696FED54FC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3386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2deeaf3958_1_2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22deeaf3958_1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C72127B-00B6-4A28-B93E-EB58A0002B3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it-IT" sz="4400" b="0" strike="noStrike" spc="-1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it-IT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FC25111-5828-4C99-A38A-5BD93433DAF8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it-IT" sz="4400" b="0" strike="noStrike" spc="-1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47B09323-B277-445F-8615-35451CD1FE93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it-IT" sz="4400" b="0" strike="noStrike" spc="-1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D1076C0-6C8D-445F-8B42-CA419168ABEF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it-IT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535D51EE-01FC-4B52-A4FF-BBD89D75F33F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it-IT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7BCD2CA-7705-4705-BEA7-42AD600E16B4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it-IT" sz="4400" b="0" strike="noStrike" spc="-1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45B31BF-AFCA-4B75-8F92-75954C437C1A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it-IT" sz="4400" b="0" strike="noStrike" spc="-1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53FB0E7-7445-4008-B6C7-BE01E1E5BA8B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it-IT" sz="4400" b="0" strike="noStrike" spc="-1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4F215B73-9AC0-4617-9ABD-ED8279E69842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it-IT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537F2F14-4E25-4C90-A089-9B8767C50C68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it-IT" sz="4400" b="0" strike="noStrike" spc="-1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E296D9B-713B-4017-89EC-59B0368273B3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it-IT" sz="4400" b="0" strike="noStrike" spc="-1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482719F8-4377-495E-8841-C14E93C535BF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unti elenco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body" idx="1"/>
          </p:nvPr>
        </p:nvSpPr>
        <p:spPr>
          <a:xfrm>
            <a:off x="1266824" y="1333500"/>
            <a:ext cx="15754200" cy="76104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82600" marR="0" lvl="0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65200" marR="0" lvl="1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422400" marR="0" lvl="2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905000" marR="0" lvl="3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387600" marR="0" lvl="4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870200" marR="0" lvl="5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327400" marR="0" lvl="6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810000" marR="0" lvl="7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292600" marR="0" lvl="8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3" name="Shape 10"/>
          <p:cNvSpPr txBox="1">
            <a:spLocks noGrp="1"/>
          </p:cNvSpPr>
          <p:nvPr>
            <p:ph type="sldNum" idx="13"/>
          </p:nvPr>
        </p:nvSpPr>
        <p:spPr>
          <a:xfrm>
            <a:off x="8969376" y="9810751"/>
            <a:ext cx="339724" cy="352426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7869BD-C196-4C6D-9E11-DD84BBA9BAC3}" type="slidenum">
              <a:rPr lang="it-IT" altLang="it-IT"/>
              <a:pPr>
                <a:defRPr/>
              </a:pPr>
              <a:t>‹#›</a:t>
            </a:fld>
            <a:endParaRPr lang="it-IT" altLang="it-IT" dirty="0"/>
          </a:p>
        </p:txBody>
      </p:sp>
    </p:spTree>
    <p:extLst>
      <p:ext uri="{BB962C8B-B14F-4D97-AF65-F5344CB8AC3E}">
        <p14:creationId xmlns:p14="http://schemas.microsoft.com/office/powerpoint/2010/main" val="58226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oto - Orizzontal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/>
          </p:cNvSpPr>
          <p:nvPr>
            <p:ph type="pic" idx="2"/>
          </p:nvPr>
        </p:nvSpPr>
        <p:spPr>
          <a:xfrm>
            <a:off x="2344474" y="504824"/>
            <a:ext cx="13602000" cy="65532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482600" marR="0" lvl="0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65200" marR="0" lvl="1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422400" marR="0" lvl="2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905000" marR="0" lvl="3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387600" marR="0" lvl="4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870200" marR="0" lvl="5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327400" marR="0" lvl="6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810000" marR="0" lvl="7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292600" marR="0" lvl="8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pPr lvl="0"/>
            <a:r>
              <a:rPr lang="it-IT" noProof="0">
                <a:sym typeface="Titillium Web"/>
              </a:rPr>
              <a:t>Fare clic sull'icona per inserire un'immagine</a:t>
            </a:r>
            <a:endParaRPr noProof="0">
              <a:sym typeface="Titillium Web"/>
            </a:endParaRPr>
          </a:p>
        </p:txBody>
      </p:sp>
      <p:sp>
        <p:nvSpPr>
          <p:cNvPr id="27" name="Shape 27"/>
          <p:cNvSpPr txBox="1">
            <a:spLocks noGrp="1"/>
          </p:cNvSpPr>
          <p:nvPr>
            <p:ph type="title"/>
          </p:nvPr>
        </p:nvSpPr>
        <p:spPr>
          <a:xfrm>
            <a:off x="476250" y="7086600"/>
            <a:ext cx="17335800" cy="15048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0" marR="0" lvl="1" indent="177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0" marR="0" lvl="2" indent="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0" marR="0" lvl="3" indent="5080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0" marR="0" lvl="4" indent="685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0" marR="0" lvl="5" indent="863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0" marR="0" lvl="6" indent="1041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0" marR="0" lvl="7" indent="1193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0" marR="0" lvl="8" indent="1371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r>
              <a:rPr lang="it-IT"/>
              <a:t>Fare clic per modificare lo stile del titolo</a:t>
            </a:r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body" idx="1"/>
          </p:nvPr>
        </p:nvSpPr>
        <p:spPr>
          <a:xfrm>
            <a:off x="476250" y="8639174"/>
            <a:ext cx="17335800" cy="1191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tillium Web"/>
              <a:buNone/>
              <a:defRPr sz="34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0" marR="0" lvl="1" indent="177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tillium Web"/>
              <a:buNone/>
              <a:defRPr sz="34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0" marR="0" lvl="2" indent="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tillium Web"/>
              <a:buNone/>
              <a:defRPr sz="34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0" marR="0" lvl="3" indent="5080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tillium Web"/>
              <a:buNone/>
              <a:defRPr sz="34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0" marR="0" lvl="4" indent="685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tillium Web"/>
              <a:buNone/>
              <a:defRPr sz="34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870200" marR="0" lvl="5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327400" marR="0" lvl="6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810000" marR="0" lvl="7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292600" marR="0" lvl="8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hape 10"/>
          <p:cNvSpPr txBox="1">
            <a:spLocks noGrp="1"/>
          </p:cNvSpPr>
          <p:nvPr>
            <p:ph type="sldNum" idx="13"/>
          </p:nvPr>
        </p:nvSpPr>
        <p:spPr>
          <a:xfrm>
            <a:off x="8969376" y="9810751"/>
            <a:ext cx="339724" cy="352426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DDA458-7749-48DD-9EA3-A618180F0FAF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3510274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olo - Centrato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333500" y="3400424"/>
            <a:ext cx="15621000" cy="3486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0" marR="0" lvl="1" indent="177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0" marR="0" lvl="2" indent="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0" marR="0" lvl="3" indent="5080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0" marR="0" lvl="4" indent="685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0" marR="0" lvl="5" indent="863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0" marR="0" lvl="6" indent="1041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0" marR="0" lvl="7" indent="1193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0" marR="0" lvl="8" indent="1371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r>
              <a:rPr lang="it-IT"/>
              <a:t>Fare clic per modificare lo stile del titolo</a:t>
            </a:r>
            <a:endParaRPr/>
          </a:p>
        </p:txBody>
      </p:sp>
      <p:sp>
        <p:nvSpPr>
          <p:cNvPr id="3" name="Shape 10"/>
          <p:cNvSpPr txBox="1">
            <a:spLocks noGrp="1"/>
          </p:cNvSpPr>
          <p:nvPr>
            <p:ph type="sldNum" idx="13"/>
          </p:nvPr>
        </p:nvSpPr>
        <p:spPr>
          <a:xfrm>
            <a:off x="8969376" y="9810751"/>
            <a:ext cx="339724" cy="352426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6DC34A-AB6C-4521-8866-CFDEBF5B8718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5449701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oto - Vertica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>
            <a:spLocks noGrp="1"/>
          </p:cNvSpPr>
          <p:nvPr>
            <p:ph type="pic" idx="2"/>
          </p:nvPr>
        </p:nvSpPr>
        <p:spPr>
          <a:xfrm>
            <a:off x="9874484" y="828674"/>
            <a:ext cx="7143600" cy="86298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482600" marR="0" lvl="0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65200" marR="0" lvl="1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422400" marR="0" lvl="2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905000" marR="0" lvl="3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387600" marR="0" lvl="4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870200" marR="0" lvl="5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327400" marR="0" lvl="6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810000" marR="0" lvl="7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292600" marR="0" lvl="8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pPr lvl="0"/>
            <a:r>
              <a:rPr lang="it-IT" noProof="0">
                <a:sym typeface="Titillium Web"/>
              </a:rPr>
              <a:t>Fare clic sull'icona per inserire un'immagine</a:t>
            </a:r>
            <a:endParaRPr noProof="0">
              <a:sym typeface="Titillium Web"/>
            </a:endParaRPr>
          </a:p>
        </p:txBody>
      </p:sp>
      <p:sp>
        <p:nvSpPr>
          <p:cNvPr id="35" name="Shape 35"/>
          <p:cNvSpPr txBox="1">
            <a:spLocks noGrp="1"/>
          </p:cNvSpPr>
          <p:nvPr>
            <p:ph type="title"/>
          </p:nvPr>
        </p:nvSpPr>
        <p:spPr>
          <a:xfrm>
            <a:off x="1238250" y="828674"/>
            <a:ext cx="7667400" cy="42102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tillium Web"/>
              <a:buNone/>
              <a:defRPr sz="64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0" marR="0" lvl="1" indent="177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0" marR="0" lvl="2" indent="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0" marR="0" lvl="3" indent="5080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0" marR="0" lvl="4" indent="685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0" marR="0" lvl="5" indent="863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0" marR="0" lvl="6" indent="1041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0" marR="0" lvl="7" indent="1193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0" marR="0" lvl="8" indent="1371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r>
              <a:rPr lang="it-IT"/>
              <a:t>Fare clic per modificare lo stile del titolo</a:t>
            </a:r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body" idx="1"/>
          </p:nvPr>
        </p:nvSpPr>
        <p:spPr>
          <a:xfrm>
            <a:off x="1238250" y="5133974"/>
            <a:ext cx="7667400" cy="43242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tillium Web"/>
              <a:buNone/>
              <a:defRPr sz="34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0" marR="0" lvl="1" indent="177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tillium Web"/>
              <a:buNone/>
              <a:defRPr sz="34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0" marR="0" lvl="2" indent="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tillium Web"/>
              <a:buNone/>
              <a:defRPr sz="34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0" marR="0" lvl="3" indent="5080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tillium Web"/>
              <a:buNone/>
              <a:defRPr sz="34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0" marR="0" lvl="4" indent="685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tillium Web"/>
              <a:buNone/>
              <a:defRPr sz="34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870200" marR="0" lvl="5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327400" marR="0" lvl="6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810000" marR="0" lvl="7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292600" marR="0" lvl="8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hape 10"/>
          <p:cNvSpPr txBox="1">
            <a:spLocks noGrp="1"/>
          </p:cNvSpPr>
          <p:nvPr>
            <p:ph type="sldNum" idx="13"/>
          </p:nvPr>
        </p:nvSpPr>
        <p:spPr>
          <a:xfrm>
            <a:off x="8969376" y="9810751"/>
            <a:ext cx="339724" cy="352426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0EAAD0-28B7-4BF7-9CD5-76E07B75C870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0456637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olo - In alto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 txBox="1">
            <a:spLocks noGrp="1"/>
          </p:cNvSpPr>
          <p:nvPr>
            <p:ph type="title"/>
          </p:nvPr>
        </p:nvSpPr>
        <p:spPr>
          <a:xfrm>
            <a:off x="1266824" y="714374"/>
            <a:ext cx="15754200" cy="1714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0" marR="0" lvl="1" indent="177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0" marR="0" lvl="2" indent="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0" marR="0" lvl="3" indent="5080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0" marR="0" lvl="4" indent="685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0" marR="0" lvl="5" indent="863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0" marR="0" lvl="6" indent="1041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0" marR="0" lvl="7" indent="1193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0" marR="0" lvl="8" indent="1371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r>
              <a:rPr lang="it-IT"/>
              <a:t>Fare clic per modificare lo stile del titolo</a:t>
            </a:r>
            <a:endParaRPr/>
          </a:p>
        </p:txBody>
      </p:sp>
      <p:sp>
        <p:nvSpPr>
          <p:cNvPr id="3" name="Shape 10"/>
          <p:cNvSpPr txBox="1">
            <a:spLocks noGrp="1"/>
          </p:cNvSpPr>
          <p:nvPr>
            <p:ph type="sldNum" idx="13"/>
          </p:nvPr>
        </p:nvSpPr>
        <p:spPr>
          <a:xfrm>
            <a:off x="8969376" y="9810751"/>
            <a:ext cx="339724" cy="352426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7D4E7C-D678-40D9-8F1E-5BEF8549657D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8088817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olo, punti elenco e foto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>
            <a:spLocks noGrp="1"/>
          </p:cNvSpPr>
          <p:nvPr>
            <p:ph type="pic" idx="2"/>
          </p:nvPr>
        </p:nvSpPr>
        <p:spPr>
          <a:xfrm>
            <a:off x="9877424" y="2428874"/>
            <a:ext cx="7143600" cy="69054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482600" marR="0" lvl="0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65200" marR="0" lvl="1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422400" marR="0" lvl="2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905000" marR="0" lvl="3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387600" marR="0" lvl="4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870200" marR="0" lvl="5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327400" marR="0" lvl="6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810000" marR="0" lvl="7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292600" marR="0" lvl="8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pPr lvl="0"/>
            <a:r>
              <a:rPr lang="it-IT" noProof="0">
                <a:sym typeface="Titillium Web"/>
              </a:rPr>
              <a:t>Fare clic sull'icona per inserire un'immagine</a:t>
            </a:r>
            <a:endParaRPr noProof="0">
              <a:sym typeface="Titillium Web"/>
            </a:endParaRPr>
          </a:p>
        </p:txBody>
      </p:sp>
      <p:sp>
        <p:nvSpPr>
          <p:cNvPr id="43" name="Shape 43"/>
          <p:cNvSpPr txBox="1">
            <a:spLocks noGrp="1"/>
          </p:cNvSpPr>
          <p:nvPr>
            <p:ph type="title"/>
          </p:nvPr>
        </p:nvSpPr>
        <p:spPr>
          <a:xfrm>
            <a:off x="1266824" y="714374"/>
            <a:ext cx="15754200" cy="1714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0" marR="0" lvl="1" indent="177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0" marR="0" lvl="2" indent="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0" marR="0" lvl="3" indent="5080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0" marR="0" lvl="4" indent="685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0" marR="0" lvl="5" indent="863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0" marR="0" lvl="6" indent="1041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0" marR="0" lvl="7" indent="1193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0" marR="0" lvl="8" indent="1371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r>
              <a:rPr lang="it-IT"/>
              <a:t>Fare clic per modificare lo stile del titolo</a:t>
            </a:r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body" idx="1"/>
          </p:nvPr>
        </p:nvSpPr>
        <p:spPr>
          <a:xfrm>
            <a:off x="1266824" y="2428874"/>
            <a:ext cx="7506000" cy="69054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31800" marR="0" lvl="0" indent="-279400" algn="l" rtl="0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000000"/>
              </a:buClr>
              <a:buSzPct val="76470"/>
              <a:buFont typeface="Titillium Web"/>
              <a:buChar char="•"/>
              <a:defRPr sz="34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838200" marR="0" lvl="1" indent="-254000" algn="l" rtl="0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000000"/>
              </a:buClr>
              <a:buSzPct val="76470"/>
              <a:buFont typeface="Titillium Web"/>
              <a:buChar char="•"/>
              <a:defRPr sz="34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270000" marR="0" lvl="2" indent="-279400" algn="l" rtl="0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000000"/>
              </a:buClr>
              <a:buSzPct val="76470"/>
              <a:buFont typeface="Titillium Web"/>
              <a:buChar char="•"/>
              <a:defRPr sz="34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676400" marR="0" lvl="3" indent="-254000" algn="l" rtl="0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000000"/>
              </a:buClr>
              <a:buSzPct val="76470"/>
              <a:buFont typeface="Titillium Web"/>
              <a:buChar char="•"/>
              <a:defRPr sz="34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108200" marR="0" lvl="4" indent="-279400" algn="l" rtl="0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000000"/>
              </a:buClr>
              <a:buSzPct val="76470"/>
              <a:buFont typeface="Titillium Web"/>
              <a:buChar char="•"/>
              <a:defRPr sz="34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870200" marR="0" lvl="5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327400" marR="0" lvl="6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810000" marR="0" lvl="7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292600" marR="0" lvl="8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hape 10"/>
          <p:cNvSpPr txBox="1">
            <a:spLocks noGrp="1"/>
          </p:cNvSpPr>
          <p:nvPr>
            <p:ph type="sldNum" idx="13"/>
          </p:nvPr>
        </p:nvSpPr>
        <p:spPr>
          <a:xfrm>
            <a:off x="8969376" y="9810751"/>
            <a:ext cx="339724" cy="352426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D158A8-6240-40BB-BDE3-0148ECAB8529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3113684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oto - 3 per pagina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>
            <a:spLocks noGrp="1"/>
          </p:cNvSpPr>
          <p:nvPr>
            <p:ph type="pic" idx="2"/>
          </p:nvPr>
        </p:nvSpPr>
        <p:spPr>
          <a:xfrm>
            <a:off x="11820524" y="5286374"/>
            <a:ext cx="5553000" cy="41628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482600" marR="0" lvl="0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65200" marR="0" lvl="1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422400" marR="0" lvl="2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905000" marR="0" lvl="3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387600" marR="0" lvl="4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870200" marR="0" lvl="5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327400" marR="0" lvl="6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810000" marR="0" lvl="7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292600" marR="0" lvl="8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pPr lvl="0"/>
            <a:r>
              <a:rPr lang="it-IT" noProof="0">
                <a:sym typeface="Titillium Web"/>
              </a:rPr>
              <a:t>Fare clic sull'icona per inserire un'immagine</a:t>
            </a:r>
            <a:endParaRPr noProof="0">
              <a:sym typeface="Titillium Web"/>
            </a:endParaRPr>
          </a:p>
        </p:txBody>
      </p:sp>
      <p:sp>
        <p:nvSpPr>
          <p:cNvPr id="48" name="Shape 48"/>
          <p:cNvSpPr>
            <a:spLocks noGrp="1"/>
          </p:cNvSpPr>
          <p:nvPr>
            <p:ph type="pic" idx="3"/>
          </p:nvPr>
        </p:nvSpPr>
        <p:spPr>
          <a:xfrm>
            <a:off x="11820524" y="847724"/>
            <a:ext cx="5553000" cy="41628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482600" marR="0" lvl="0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65200" marR="0" lvl="1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422400" marR="0" lvl="2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905000" marR="0" lvl="3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387600" marR="0" lvl="4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870200" marR="0" lvl="5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327400" marR="0" lvl="6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810000" marR="0" lvl="7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292600" marR="0" lvl="8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pPr lvl="0"/>
            <a:r>
              <a:rPr lang="it-IT" noProof="0">
                <a:sym typeface="Titillium Web"/>
              </a:rPr>
              <a:t>Fare clic sull'icona per inserire un'immagine</a:t>
            </a:r>
            <a:endParaRPr noProof="0">
              <a:sym typeface="Titillium Web"/>
            </a:endParaRPr>
          </a:p>
        </p:txBody>
      </p:sp>
      <p:sp>
        <p:nvSpPr>
          <p:cNvPr id="49" name="Shape 49"/>
          <p:cNvSpPr>
            <a:spLocks noGrp="1"/>
          </p:cNvSpPr>
          <p:nvPr>
            <p:ph type="pic" idx="4"/>
          </p:nvPr>
        </p:nvSpPr>
        <p:spPr>
          <a:xfrm>
            <a:off x="904874" y="847724"/>
            <a:ext cx="10630200" cy="8601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482600" marR="0" lvl="0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65200" marR="0" lvl="1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422400" marR="0" lvl="2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905000" marR="0" lvl="3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387600" marR="0" lvl="4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870200" marR="0" lvl="5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327400" marR="0" lvl="6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810000" marR="0" lvl="7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292600" marR="0" lvl="8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pPr lvl="0"/>
            <a:r>
              <a:rPr lang="it-IT" noProof="0">
                <a:sym typeface="Titillium Web"/>
              </a:rPr>
              <a:t>Fare clic sull'icona per inserire un'immagine</a:t>
            </a:r>
            <a:endParaRPr noProof="0">
              <a:sym typeface="Titillium Web"/>
            </a:endParaRPr>
          </a:p>
        </p:txBody>
      </p:sp>
      <p:sp>
        <p:nvSpPr>
          <p:cNvPr id="5" name="Shape 10"/>
          <p:cNvSpPr txBox="1">
            <a:spLocks noGrp="1"/>
          </p:cNvSpPr>
          <p:nvPr>
            <p:ph type="sldNum" idx="13"/>
          </p:nvPr>
        </p:nvSpPr>
        <p:spPr>
          <a:xfrm>
            <a:off x="8969376" y="9810751"/>
            <a:ext cx="339724" cy="352426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C04857-9C2E-48FF-8F93-02996750E955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0171296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itazione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1790700" y="6715124"/>
            <a:ext cx="14716200" cy="5142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2800" b="0" i="0" u="none" strike="noStrike" cap="none">
                <a:solidFill>
                  <a:srgbClr val="000000"/>
                </a:solidFill>
                <a:latin typeface="Titillium Web" panose="00000500000000000000" pitchFamily="2" charset="0"/>
                <a:ea typeface="Titillium Web" panose="00000500000000000000" pitchFamily="2" charset="0"/>
                <a:cs typeface="Titillium Web" panose="00000500000000000000" pitchFamily="2" charset="0"/>
                <a:sym typeface="Helvetica Neue"/>
              </a:defRPr>
            </a:lvl1pPr>
            <a:lvl2pPr marL="965200" marR="0" lvl="1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422400" marR="0" lvl="2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905000" marR="0" lvl="3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387600" marR="0" lvl="4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870200" marR="0" lvl="5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327400" marR="0" lvl="6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810000" marR="0" lvl="7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292600" marR="0" lvl="8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3" name="Shape 53"/>
          <p:cNvSpPr txBox="1">
            <a:spLocks noGrp="1"/>
          </p:cNvSpPr>
          <p:nvPr>
            <p:ph type="body" idx="2"/>
          </p:nvPr>
        </p:nvSpPr>
        <p:spPr>
          <a:xfrm>
            <a:off x="1790700" y="4533900"/>
            <a:ext cx="14716200" cy="6666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4000" b="0" i="0" u="none" strike="noStrike" cap="none">
                <a:solidFill>
                  <a:srgbClr val="000000"/>
                </a:solidFill>
                <a:latin typeface="Titillium Web" panose="00000500000000000000" pitchFamily="2" charset="0"/>
                <a:ea typeface="Titillium Web" panose="00000500000000000000" pitchFamily="2" charset="0"/>
                <a:cs typeface="Titillium Web" panose="00000500000000000000" pitchFamily="2" charset="0"/>
                <a:sym typeface="Helvetica Neue"/>
              </a:defRPr>
            </a:lvl1pPr>
            <a:lvl2pPr marL="965200" marR="0" lvl="1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422400" marR="0" lvl="2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905000" marR="0" lvl="3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387600" marR="0" lvl="4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870200" marR="0" lvl="5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327400" marR="0" lvl="6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810000" marR="0" lvl="7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292600" marR="0" lvl="8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hape 10"/>
          <p:cNvSpPr txBox="1">
            <a:spLocks noGrp="1"/>
          </p:cNvSpPr>
          <p:nvPr>
            <p:ph type="sldNum" idx="13"/>
          </p:nvPr>
        </p:nvSpPr>
        <p:spPr>
          <a:xfrm>
            <a:off x="8969376" y="9810751"/>
            <a:ext cx="339724" cy="352426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7BD54D-FDA8-4DA7-9FD2-B93ACB51C00A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820271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oto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>
            <a:spLocks noGrp="1"/>
          </p:cNvSpPr>
          <p:nvPr>
            <p:ph type="pic" idx="2"/>
          </p:nvPr>
        </p:nvSpPr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482600" marR="0" lvl="0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65200" marR="0" lvl="1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422400" marR="0" lvl="2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905000" marR="0" lvl="3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387600" marR="0" lvl="4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870200" marR="0" lvl="5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327400" marR="0" lvl="6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810000" marR="0" lvl="7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292600" marR="0" lvl="8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pPr lvl="0"/>
            <a:r>
              <a:rPr lang="it-IT" noProof="0" dirty="0">
                <a:sym typeface="Titillium Web"/>
              </a:rPr>
              <a:t>Fare clic sull'icona per inserire un'immagine</a:t>
            </a:r>
            <a:endParaRPr noProof="0" dirty="0">
              <a:sym typeface="Titillium Web"/>
            </a:endParaRPr>
          </a:p>
        </p:txBody>
      </p:sp>
      <p:sp>
        <p:nvSpPr>
          <p:cNvPr id="3" name="Shape 10"/>
          <p:cNvSpPr txBox="1">
            <a:spLocks noGrp="1"/>
          </p:cNvSpPr>
          <p:nvPr>
            <p:ph type="sldNum" idx="13"/>
          </p:nvPr>
        </p:nvSpPr>
        <p:spPr>
          <a:xfrm>
            <a:off x="8969376" y="9810751"/>
            <a:ext cx="339724" cy="352426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E4B94C-08D4-4942-B9F1-6729B5626D19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8736328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1">
  <p:cSld name="TITLE 1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6"/>
          <p:cNvSpPr txBox="1">
            <a:spLocks noGrp="1"/>
          </p:cNvSpPr>
          <p:nvPr>
            <p:ph type="title"/>
          </p:nvPr>
        </p:nvSpPr>
        <p:spPr>
          <a:xfrm>
            <a:off x="623416" y="1489148"/>
            <a:ext cx="17041200" cy="41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sz="10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6"/>
          <p:cNvSpPr txBox="1">
            <a:spLocks noGrp="1"/>
          </p:cNvSpPr>
          <p:nvPr>
            <p:ph type="body" idx="1"/>
          </p:nvPr>
        </p:nvSpPr>
        <p:spPr>
          <a:xfrm>
            <a:off x="623398" y="5668250"/>
            <a:ext cx="17041200" cy="15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>
            <a:lvl1pPr marL="914400" lvl="0" indent="-457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800"/>
              <a:buFont typeface="Arial"/>
              <a:buNone/>
              <a:defRPr sz="5600"/>
            </a:lvl1pPr>
            <a:lvl2pPr marL="1828800" lvl="1" indent="-457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800"/>
              <a:buFont typeface="Arial"/>
              <a:buNone/>
              <a:defRPr sz="5600"/>
            </a:lvl2pPr>
            <a:lvl3pPr marL="2743200" lvl="2" indent="-457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800"/>
              <a:buFont typeface="Arial"/>
              <a:buNone/>
              <a:defRPr sz="5600"/>
            </a:lvl3pPr>
            <a:lvl4pPr marL="3657600" lvl="3" indent="-457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800"/>
              <a:buFont typeface="Arial"/>
              <a:buNone/>
              <a:defRPr sz="5600"/>
            </a:lvl4pPr>
            <a:lvl5pPr marL="4572000" lvl="4" indent="-457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800"/>
              <a:buFont typeface="Arial"/>
              <a:buNone/>
              <a:defRPr sz="5600"/>
            </a:lvl5pPr>
            <a:lvl6pPr marL="5486400" lvl="5" indent="-685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6400800" lvl="6" indent="-685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7315200" lvl="7" indent="-685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8229600" lvl="8" indent="-685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00" name="Google Shape;100;p26"/>
          <p:cNvSpPr txBox="1">
            <a:spLocks noGrp="1"/>
          </p:cNvSpPr>
          <p:nvPr>
            <p:ph type="sldNum" idx="12"/>
          </p:nvPr>
        </p:nvSpPr>
        <p:spPr>
          <a:xfrm>
            <a:off x="17368690" y="9401638"/>
            <a:ext cx="6738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>
            <a:lvl1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2000">
                <a:solidFill>
                  <a:srgbClr val="585858"/>
                </a:solidFill>
              </a:defRPr>
            </a:lvl1pPr>
            <a:lvl2pPr marL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2000">
                <a:solidFill>
                  <a:srgbClr val="585858"/>
                </a:solidFill>
              </a:defRPr>
            </a:lvl2pPr>
            <a:lvl3pPr marL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2000">
                <a:solidFill>
                  <a:srgbClr val="585858"/>
                </a:solidFill>
              </a:defRPr>
            </a:lvl3pPr>
            <a:lvl4pPr marL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2000">
                <a:solidFill>
                  <a:srgbClr val="585858"/>
                </a:solidFill>
              </a:defRPr>
            </a:lvl4pPr>
            <a:lvl5pPr marL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2000">
                <a:solidFill>
                  <a:srgbClr val="585858"/>
                </a:solidFill>
              </a:defRPr>
            </a:lvl5pPr>
            <a:lvl6pPr marL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2000">
                <a:solidFill>
                  <a:srgbClr val="585858"/>
                </a:solidFill>
              </a:defRPr>
            </a:lvl6pPr>
            <a:lvl7pPr marL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2000">
                <a:solidFill>
                  <a:srgbClr val="585858"/>
                </a:solidFill>
              </a:defRPr>
            </a:lvl7pPr>
            <a:lvl8pPr marL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2000">
                <a:solidFill>
                  <a:srgbClr val="585858"/>
                </a:solidFill>
              </a:defRPr>
            </a:lvl8pPr>
            <a:lvl9pPr marL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2000">
                <a:solidFill>
                  <a:srgbClr val="585858"/>
                </a:solidFill>
              </a:defRPr>
            </a:lvl9pPr>
          </a:lstStyle>
          <a:p>
            <a:fld id="{00000000-1234-1234-1234-123412341234}" type="slidenum">
              <a:rPr lang="it-IT" smtClean="0"/>
              <a:pPr/>
              <a:t>‹#›</a:t>
            </a:fld>
            <a:endParaRPr lang="it-IT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8859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&lt;piè di pagina&gt;</a:t>
            </a:r>
            <a:endParaRPr lang="it-IT" sz="1400" b="0" strike="noStrike" spc="-1"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25EFE09F-3C84-4137-80E4-633272537196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it-IT" sz="12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>
              <a:defRPr lang="it-IT" sz="1400" b="0" strike="noStrike" spc="-1">
                <a:latin typeface="Times New Roman"/>
              </a:defRPr>
            </a:lvl1pPr>
          </a:lstStyle>
          <a:p>
            <a:r>
              <a:rPr lang="it-IT" sz="1400" b="0" strike="noStrike" spc="-1">
                <a:latin typeface="Times New Roman"/>
              </a:rPr>
              <a:t>&lt;data/ora&gt;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it-IT" sz="4400" b="0" strike="noStrike" spc="-1">
                <a:latin typeface="Arial"/>
              </a:rPr>
              <a:t>Fai clic per modificare il formato del testo del titolo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3200" b="0" strike="noStrike" spc="-1">
                <a:latin typeface="Arial"/>
              </a:rPr>
              <a:t>Fai clic per modificare il formato del testo della struttura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800" b="0" strike="noStrike" spc="-1">
                <a:latin typeface="Arial"/>
              </a:rPr>
              <a:t>Secondo livello struttura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400" b="0" strike="noStrike" spc="-1">
                <a:latin typeface="Arial"/>
              </a:rPr>
              <a:t>Terzo livello struttura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000" b="0" strike="noStrike" spc="-1">
                <a:latin typeface="Arial"/>
              </a:rPr>
              <a:t>Quarto livello struttura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>
                <a:latin typeface="Arial"/>
              </a:rPr>
              <a:t>Quinto livello struttura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>
                <a:latin typeface="Arial"/>
              </a:rPr>
              <a:t>Sesto livello struttura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>
                <a:latin typeface="Arial"/>
              </a:rPr>
              <a:t>Settimo livello struttura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o 5"/>
          <p:cNvGrpSpPr/>
          <p:nvPr userDrawn="1"/>
        </p:nvGrpSpPr>
        <p:grpSpPr>
          <a:xfrm>
            <a:off x="-8080" y="9581718"/>
            <a:ext cx="18296080" cy="705600"/>
            <a:chOff x="-4040" y="4790859"/>
            <a:chExt cx="9162000" cy="352800"/>
          </a:xfrm>
        </p:grpSpPr>
        <p:sp>
          <p:nvSpPr>
            <p:cNvPr id="12" name="Rettangolo 11"/>
            <p:cNvSpPr/>
            <p:nvPr userDrawn="1"/>
          </p:nvSpPr>
          <p:spPr>
            <a:xfrm>
              <a:off x="-4040" y="4790859"/>
              <a:ext cx="9162000" cy="3528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  <p:pic>
          <p:nvPicPr>
            <p:cNvPr id="13" name="Immagine 12"/>
            <p:cNvPicPr>
              <a:picLocks noChangeAspect="1"/>
            </p:cNvPicPr>
            <p:nvPr userDrawn="1"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21613" y="4874885"/>
              <a:ext cx="977900" cy="139700"/>
            </a:xfrm>
            <a:prstGeom prst="rect">
              <a:avLst/>
            </a:prstGeom>
          </p:spPr>
        </p:pic>
      </p:grpSp>
      <p:sp>
        <p:nvSpPr>
          <p:cNvPr id="1026" name="Shape 6"/>
          <p:cNvSpPr txBox="1">
            <a:spLocks noGrp="1"/>
          </p:cNvSpPr>
          <p:nvPr>
            <p:ph type="title"/>
          </p:nvPr>
        </p:nvSpPr>
        <p:spPr bwMode="auto">
          <a:xfrm>
            <a:off x="1266827" y="714376"/>
            <a:ext cx="1575435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4275" tIns="34275" rIns="34275" bIns="34275" numCol="1" anchor="ctr" anchorCtr="0" compatLnSpc="1">
            <a:prstTxWarp prst="textNoShape">
              <a:avLst/>
            </a:prstTxWarp>
          </a:bodyPr>
          <a:lstStyle/>
          <a:p>
            <a:pPr lvl="0"/>
            <a:endParaRPr lang="it-IT" altLang="it-IT">
              <a:sym typeface="Arial" panose="020B0604020202020204" pitchFamily="34" charset="0"/>
            </a:endParaRPr>
          </a:p>
        </p:txBody>
      </p:sp>
      <p:sp>
        <p:nvSpPr>
          <p:cNvPr id="1029" name="Shape 9"/>
          <p:cNvSpPr txBox="1">
            <a:spLocks noGrp="1"/>
          </p:cNvSpPr>
          <p:nvPr>
            <p:ph type="body" idx="1"/>
          </p:nvPr>
        </p:nvSpPr>
        <p:spPr bwMode="auto">
          <a:xfrm>
            <a:off x="1266827" y="2428876"/>
            <a:ext cx="15754350" cy="6905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4275" tIns="34275" rIns="34275" bIns="34275" numCol="1" anchor="ctr" anchorCtr="0" compatLnSpc="1">
            <a:prstTxWarp prst="textNoShape">
              <a:avLst/>
            </a:prstTxWarp>
          </a:bodyPr>
          <a:lstStyle/>
          <a:p>
            <a:pPr lvl="0"/>
            <a:endParaRPr lang="it-IT" altLang="it-IT" dirty="0">
              <a:sym typeface="Arial" panose="020B0604020202020204" pitchFamily="34" charset="0"/>
            </a:endParaRPr>
          </a:p>
        </p:txBody>
      </p:sp>
      <p:sp>
        <p:nvSpPr>
          <p:cNvPr id="14" name="Shape 10"/>
          <p:cNvSpPr txBox="1">
            <a:spLocks noGrp="1"/>
          </p:cNvSpPr>
          <p:nvPr>
            <p:ph type="sldNum" idx="4"/>
          </p:nvPr>
        </p:nvSpPr>
        <p:spPr bwMode="auto">
          <a:xfrm>
            <a:off x="8969376" y="9810751"/>
            <a:ext cx="339724" cy="352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9050" tIns="19050" rIns="19050" bIns="1905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buClr>
                <a:srgbClr val="000000"/>
              </a:buClr>
              <a:buSzPct val="25000"/>
              <a:buFont typeface="Helvetica Neue"/>
              <a:buNone/>
              <a:defRPr sz="1800" baseline="0">
                <a:solidFill>
                  <a:schemeClr val="bg1"/>
                </a:solidFill>
                <a:latin typeface="Titillium Web" panose="00000500000000000000" pitchFamily="2" charset="0"/>
                <a:ea typeface="Titillium Web" panose="00000500000000000000" pitchFamily="2" charset="0"/>
                <a:cs typeface="Titillium Web" panose="00000500000000000000" pitchFamily="2" charset="0"/>
                <a:sym typeface="Helvetica Neue"/>
              </a:defRPr>
            </a:lvl1pPr>
          </a:lstStyle>
          <a:p>
            <a:pPr>
              <a:defRPr/>
            </a:pPr>
            <a:fld id="{87EED4DC-E30F-413B-8041-0A82977AD044}" type="slidenum">
              <a:rPr lang="it-IT" altLang="it-IT" smtClean="0"/>
              <a:pPr>
                <a:defRPr/>
              </a:pPr>
              <a:t>‹#›</a:t>
            </a:fld>
            <a:endParaRPr lang="it-IT" altLang="it-IT" dirty="0"/>
          </a:p>
        </p:txBody>
      </p:sp>
    </p:spTree>
    <p:extLst>
      <p:ext uri="{BB962C8B-B14F-4D97-AF65-F5344CB8AC3E}">
        <p14:creationId xmlns:p14="http://schemas.microsoft.com/office/powerpoint/2010/main" val="68396656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0000"/>
          </a:solidFill>
          <a:latin typeface="Titillium Web" panose="00000500000000000000" pitchFamily="2" charset="0"/>
          <a:ea typeface="Titillium Web" panose="00000500000000000000" pitchFamily="2" charset="0"/>
          <a:cs typeface="Arial"/>
          <a:sym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5pPr>
      <a:lvl6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6pPr>
      <a:lvl7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7pPr>
      <a:lvl8pPr marL="2743200"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8pPr>
      <a:lvl9pPr marL="3657600"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0000"/>
          </a:solidFill>
          <a:latin typeface="Titillium Web" panose="00000500000000000000" pitchFamily="2" charset="0"/>
          <a:ea typeface="Titillium Web" panose="00000500000000000000" pitchFamily="2" charset="0"/>
          <a:cs typeface="Arial"/>
          <a:sym typeface="Arial" panose="020B0604020202020204" pitchFamily="34" charset="0"/>
        </a:defRPr>
      </a:lvl1pPr>
      <a:lvl2pPr lvl="1"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lvl="2"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lvl="3"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lvl="4"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2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2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2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2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2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2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2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2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2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2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2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2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2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NSPIRE-MIF/GeoDCAT-AP-pilot/blob/main/good-practices/hvd-tagging/ISO_HVD_Tagging_Anchor_Multilingual-clarification.xml" TargetMode="External"/><Relationship Id="rId2" Type="http://schemas.openxmlformats.org/officeDocument/2006/relationships/hyperlink" Target="https://github.com/INSPIRE-MIF/GeoDCAT-AP-pilot/blob/main/good-practices/hvd-tagging/ISO_HVD_Tagging_Anchor_Non-Multilingual-clarification.xml" TargetMode="Externa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NSPIRE-MIF/GeoDCAT-AP-pilot/blob/main/good-practices/hvd-tagging/specification.md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tiff"/><Relationship Id="rId5" Type="http://schemas.openxmlformats.org/officeDocument/2006/relationships/hyperlink" Target="https://creativecommons.org/licenses/by/4.0/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roup 2"/>
          <p:cNvGrpSpPr/>
          <p:nvPr/>
        </p:nvGrpSpPr>
        <p:grpSpPr>
          <a:xfrm>
            <a:off x="-9030240" y="-2135520"/>
            <a:ext cx="14667480" cy="14555880"/>
            <a:chOff x="-9030240" y="-2135520"/>
            <a:chExt cx="14667480" cy="14555880"/>
          </a:xfrm>
        </p:grpSpPr>
        <p:grpSp>
          <p:nvGrpSpPr>
            <p:cNvPr id="84" name="Group 3"/>
            <p:cNvGrpSpPr/>
            <p:nvPr/>
          </p:nvGrpSpPr>
          <p:grpSpPr>
            <a:xfrm>
              <a:off x="-8918640" y="-2135520"/>
              <a:ext cx="14555880" cy="14555880"/>
              <a:chOff x="-8918640" y="-2135520"/>
              <a:chExt cx="14555880" cy="14555880"/>
            </a:xfrm>
          </p:grpSpPr>
          <p:sp>
            <p:nvSpPr>
              <p:cNvPr id="85" name="Freeform 4"/>
              <p:cNvSpPr/>
              <p:nvPr/>
            </p:nvSpPr>
            <p:spPr>
              <a:xfrm>
                <a:off x="-8918640" y="-2135520"/>
                <a:ext cx="14555880" cy="1455588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8ADC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GB"/>
              </a:p>
            </p:txBody>
          </p:sp>
          <p:sp>
            <p:nvSpPr>
              <p:cNvPr id="86" name="TextBox 5"/>
              <p:cNvSpPr/>
              <p:nvPr/>
            </p:nvSpPr>
            <p:spPr>
              <a:xfrm>
                <a:off x="-7553880" y="-1452960"/>
                <a:ext cx="11826360" cy="12508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87" name="Group 6"/>
            <p:cNvGrpSpPr/>
            <p:nvPr/>
          </p:nvGrpSpPr>
          <p:grpSpPr>
            <a:xfrm>
              <a:off x="-9030240" y="-1916640"/>
              <a:ext cx="14118120" cy="14118120"/>
              <a:chOff x="-9030240" y="-1916640"/>
              <a:chExt cx="14118120" cy="14118120"/>
            </a:xfrm>
          </p:grpSpPr>
          <p:sp>
            <p:nvSpPr>
              <p:cNvPr id="88" name="Freeform 7"/>
              <p:cNvSpPr/>
              <p:nvPr/>
            </p:nvSpPr>
            <p:spPr>
              <a:xfrm>
                <a:off x="-9030240" y="-1916640"/>
                <a:ext cx="14118120" cy="1411812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66C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it-IT" dirty="0"/>
              </a:p>
            </p:txBody>
          </p:sp>
          <p:sp>
            <p:nvSpPr>
              <p:cNvPr id="89" name="TextBox 8"/>
              <p:cNvSpPr/>
              <p:nvPr/>
            </p:nvSpPr>
            <p:spPr>
              <a:xfrm>
                <a:off x="-7706520" y="-1254600"/>
                <a:ext cx="11470680" cy="12132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90" name="Freeform 9"/>
          <p:cNvSpPr/>
          <p:nvPr/>
        </p:nvSpPr>
        <p:spPr>
          <a:xfrm>
            <a:off x="518760" y="4865400"/>
            <a:ext cx="3290760" cy="511560"/>
          </a:xfrm>
          <a:custGeom>
            <a:avLst/>
            <a:gdLst/>
            <a:ahLst/>
            <a:cxnLst/>
            <a:rect l="l" t="t" r="r" b="b"/>
            <a:pathLst>
              <a:path w="3292889" h="513784">
                <a:moveTo>
                  <a:pt x="0" y="0"/>
                </a:moveTo>
                <a:lnTo>
                  <a:pt x="3292889" y="0"/>
                </a:lnTo>
                <a:lnTo>
                  <a:pt x="3292889" y="513784"/>
                </a:lnTo>
                <a:lnTo>
                  <a:pt x="0" y="51378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91" name="Titolo 1"/>
          <p:cNvSpPr/>
          <p:nvPr/>
        </p:nvSpPr>
        <p:spPr>
          <a:xfrm>
            <a:off x="5943600" y="916200"/>
            <a:ext cx="11885400" cy="84250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90000"/>
              </a:lnSpc>
              <a:buNone/>
            </a:pPr>
            <a:endParaRPr lang="it-IT" sz="36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</a:pPr>
            <a:endParaRPr lang="it-IT" sz="4200" b="1" spc="-1" dirty="0">
              <a:solidFill>
                <a:srgbClr val="1467CD"/>
              </a:solidFill>
              <a:latin typeface="Titillium Web Light"/>
              <a:ea typeface="Calibri"/>
            </a:endParaRPr>
          </a:p>
          <a:p>
            <a:pPr algn="ctr">
              <a:lnSpc>
                <a:spcPct val="90000"/>
              </a:lnSpc>
            </a:pPr>
            <a:r>
              <a:rPr lang="en-US" sz="6000" spc="-1" dirty="0">
                <a:solidFill>
                  <a:srgbClr val="1467CD"/>
                </a:solidFill>
                <a:latin typeface="Raleway" pitchFamily="2" charset="0"/>
                <a:ea typeface="Calibri"/>
              </a:rPr>
              <a:t>ISO &amp; GeoDCAT-AP Pilot Working Team T-1B</a:t>
            </a:r>
          </a:p>
          <a:p>
            <a:pPr algn="ctr">
              <a:lnSpc>
                <a:spcPct val="90000"/>
              </a:lnSpc>
            </a:pPr>
            <a:endParaRPr lang="en-US" sz="4200" spc="-1" dirty="0">
              <a:solidFill>
                <a:srgbClr val="1467CD"/>
              </a:solidFill>
              <a:latin typeface="Raleway" pitchFamily="2" charset="0"/>
              <a:ea typeface="Calibri"/>
            </a:endParaRPr>
          </a:p>
          <a:p>
            <a:pPr algn="ctr">
              <a:lnSpc>
                <a:spcPct val="90000"/>
              </a:lnSpc>
            </a:pPr>
            <a:endParaRPr lang="en-US" sz="4200" spc="-1" dirty="0">
              <a:solidFill>
                <a:srgbClr val="1467CD"/>
              </a:solidFill>
              <a:latin typeface="Raleway" pitchFamily="2" charset="0"/>
              <a:ea typeface="Calibri"/>
            </a:endParaRPr>
          </a:p>
          <a:p>
            <a:pPr algn="ctr">
              <a:lnSpc>
                <a:spcPct val="90000"/>
              </a:lnSpc>
            </a:pPr>
            <a:endParaRPr lang="it-IT" sz="4200" spc="-1" dirty="0">
              <a:solidFill>
                <a:srgbClr val="1467CD"/>
              </a:solidFill>
              <a:latin typeface="Raleway" pitchFamily="2" charset="0"/>
              <a:ea typeface="Calibri"/>
            </a:endParaRPr>
          </a:p>
          <a:p>
            <a:pPr algn="ctr">
              <a:lnSpc>
                <a:spcPct val="90000"/>
              </a:lnSpc>
            </a:pPr>
            <a:endParaRPr lang="it-IT" sz="4200" spc="-1" dirty="0">
              <a:solidFill>
                <a:srgbClr val="1467CD"/>
              </a:solidFill>
              <a:latin typeface="Raleway" pitchFamily="2" charset="0"/>
              <a:ea typeface="Calibri"/>
            </a:endParaRPr>
          </a:p>
          <a:p>
            <a:pPr algn="ctr">
              <a:lnSpc>
                <a:spcPct val="90000"/>
              </a:lnSpc>
            </a:pPr>
            <a:endParaRPr lang="it-IT" sz="4200" spc="-1" dirty="0">
              <a:solidFill>
                <a:srgbClr val="1467CD"/>
              </a:solidFill>
              <a:latin typeface="Raleway" pitchFamily="2" charset="0"/>
              <a:ea typeface="Calibri"/>
            </a:endParaRPr>
          </a:p>
          <a:p>
            <a:pPr algn="ctr">
              <a:lnSpc>
                <a:spcPct val="90000"/>
              </a:lnSpc>
            </a:pPr>
            <a:r>
              <a:rPr lang="en-US" sz="4200" b="1" spc="-1" dirty="0">
                <a:solidFill>
                  <a:srgbClr val="1467CD"/>
                </a:solidFill>
                <a:latin typeface="Raleway" pitchFamily="2" charset="0"/>
                <a:ea typeface="Calibri"/>
              </a:rPr>
              <a:t>Drafting the Geospatial High-Value Datasets tagging good practice specification</a:t>
            </a:r>
            <a:endParaRPr lang="it-IT" b="1" dirty="0">
              <a:latin typeface="Raleway" pitchFamily="2" charset="0"/>
            </a:endParaRPr>
          </a:p>
          <a:p>
            <a:pPr algn="ctr">
              <a:lnSpc>
                <a:spcPct val="90000"/>
              </a:lnSpc>
              <a:buNone/>
            </a:pPr>
            <a:endParaRPr lang="it-IT" sz="4200" b="0" strike="noStrike" spc="-1" dirty="0">
              <a:latin typeface="Arial"/>
            </a:endParaRPr>
          </a:p>
          <a:p>
            <a:pPr algn="r">
              <a:lnSpc>
                <a:spcPct val="90000"/>
              </a:lnSpc>
              <a:buNone/>
            </a:pPr>
            <a:endParaRPr lang="it-IT" sz="2400" spc="-1" dirty="0">
              <a:latin typeface="Arial"/>
            </a:endParaRPr>
          </a:p>
          <a:p>
            <a:pPr>
              <a:lnSpc>
                <a:spcPct val="90000"/>
              </a:lnSpc>
              <a:buNone/>
            </a:pPr>
            <a:r>
              <a:rPr lang="it-IT" sz="2400" spc="-1" dirty="0">
                <a:latin typeface="Arial"/>
              </a:rPr>
              <a:t>						Antonio </a:t>
            </a:r>
            <a:r>
              <a:rPr lang="it-IT" sz="2400" b="1" spc="-1" dirty="0">
                <a:latin typeface="Arial"/>
              </a:rPr>
              <a:t>ROTUNDO</a:t>
            </a:r>
            <a:r>
              <a:rPr lang="it-IT" sz="2400" spc="-1" dirty="0">
                <a:latin typeface="Arial"/>
              </a:rPr>
              <a:t> (AgID – Italy)</a:t>
            </a:r>
          </a:p>
          <a:p>
            <a:pPr>
              <a:lnSpc>
                <a:spcPct val="90000"/>
              </a:lnSpc>
            </a:pPr>
            <a:r>
              <a:rPr lang="it-IT" sz="2400" spc="-1" dirty="0"/>
              <a:t>						Jordi </a:t>
            </a:r>
            <a:r>
              <a:rPr lang="it-IT" sz="2400" b="1" spc="-1" dirty="0"/>
              <a:t>ESCRIU</a:t>
            </a:r>
            <a:r>
              <a:rPr lang="it-IT" sz="2400" spc="-1" dirty="0"/>
              <a:t> (JRC – European Commission)</a:t>
            </a:r>
          </a:p>
          <a:p>
            <a:pPr>
              <a:lnSpc>
                <a:spcPct val="90000"/>
              </a:lnSpc>
              <a:buNone/>
            </a:pPr>
            <a:endParaRPr lang="it-IT" sz="2400" spc="-1" dirty="0">
              <a:latin typeface="Arial"/>
            </a:endParaRPr>
          </a:p>
          <a:p>
            <a:pPr algn="ctr">
              <a:lnSpc>
                <a:spcPct val="90000"/>
              </a:lnSpc>
              <a:buNone/>
            </a:pPr>
            <a:endParaRPr lang="it-IT" sz="4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buNone/>
            </a:pPr>
            <a:endParaRPr lang="it-IT" sz="2400" spc="-1" dirty="0">
              <a:solidFill>
                <a:srgbClr val="1467CD"/>
              </a:solidFill>
              <a:latin typeface="Titillium Web Light"/>
              <a:ea typeface="Calibri"/>
            </a:endParaRPr>
          </a:p>
          <a:p>
            <a:pPr algn="ctr">
              <a:lnSpc>
                <a:spcPct val="90000"/>
              </a:lnSpc>
              <a:buNone/>
            </a:pPr>
            <a:endParaRPr lang="it-IT" sz="24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47C29142-D98D-046E-9872-DF5764CAF97A}"/>
              </a:ext>
            </a:extLst>
          </p:cNvPr>
          <p:cNvSpPr txBox="1"/>
          <p:nvPr/>
        </p:nvSpPr>
        <p:spPr>
          <a:xfrm>
            <a:off x="504561" y="310894"/>
            <a:ext cx="1199782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4800" dirty="0" err="1">
                <a:solidFill>
                  <a:srgbClr val="002060"/>
                </a:solidFill>
                <a:latin typeface="Raleway" pitchFamily="2" charset="0"/>
              </a:rPr>
              <a:t>Starting</a:t>
            </a:r>
            <a:r>
              <a:rPr lang="it-IT" sz="4800" dirty="0">
                <a:solidFill>
                  <a:srgbClr val="002060"/>
                </a:solidFill>
                <a:latin typeface="Raleway" pitchFamily="2" charset="0"/>
              </a:rPr>
              <a:t> point</a:t>
            </a:r>
          </a:p>
          <a:p>
            <a:r>
              <a:rPr lang="it-IT" sz="4800" b="1" dirty="0" err="1">
                <a:solidFill>
                  <a:srgbClr val="002060"/>
                </a:solidFill>
                <a:latin typeface="Raleway" pitchFamily="2" charset="0"/>
              </a:rPr>
              <a:t>Agreed</a:t>
            </a:r>
            <a:r>
              <a:rPr lang="it-IT" sz="4800" b="1" dirty="0">
                <a:solidFill>
                  <a:srgbClr val="002060"/>
                </a:solidFill>
                <a:latin typeface="Raleway" pitchFamily="2" charset="0"/>
              </a:rPr>
              <a:t> HVD (</a:t>
            </a:r>
            <a:r>
              <a:rPr lang="it-IT" sz="4800" b="1" dirty="0" err="1">
                <a:solidFill>
                  <a:srgbClr val="002060"/>
                </a:solidFill>
                <a:latin typeface="Raleway" pitchFamily="2" charset="0"/>
              </a:rPr>
              <a:t>geospatial</a:t>
            </a:r>
            <a:r>
              <a:rPr lang="it-IT" sz="4800" b="1" dirty="0">
                <a:solidFill>
                  <a:srgbClr val="002060"/>
                </a:solidFill>
                <a:latin typeface="Raleway" pitchFamily="2" charset="0"/>
              </a:rPr>
              <a:t>) tagging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5BB68BA-68D7-F0ED-DAF1-DC41AF157651}"/>
              </a:ext>
            </a:extLst>
          </p:cNvPr>
          <p:cNvSpPr txBox="1"/>
          <p:nvPr/>
        </p:nvSpPr>
        <p:spPr>
          <a:xfrm>
            <a:off x="1237129" y="2432304"/>
            <a:ext cx="175708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9600" b="1" dirty="0">
                <a:latin typeface="Rockwell" panose="02060603020205020403" pitchFamily="18" charset="0"/>
              </a:rPr>
              <a:t>1</a:t>
            </a:r>
          </a:p>
        </p:txBody>
      </p:sp>
      <p:pic>
        <p:nvPicPr>
          <p:cNvPr id="6" name="Immagine 5" descr="Immagine che contiene testo, Carattere, schermata, algebra&#10;&#10;Il contenuto generato dall'IA potrebbe non essere corretto.">
            <a:extLst>
              <a:ext uri="{FF2B5EF4-FFF2-40B4-BE49-F238E27FC236}">
                <a16:creationId xmlns:a16="http://schemas.microsoft.com/office/drawing/2014/main" id="{6D2140AF-35AF-FF93-894C-24B46683E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469" y="4226625"/>
            <a:ext cx="16126063" cy="4154974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64E5B614-7DC3-E02C-B0EE-DBD395BD6F57}"/>
              </a:ext>
            </a:extLst>
          </p:cNvPr>
          <p:cNvSpPr txBox="1"/>
          <p:nvPr/>
        </p:nvSpPr>
        <p:spPr>
          <a:xfrm>
            <a:off x="2346384" y="2715768"/>
            <a:ext cx="104552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dirty="0" err="1">
                <a:latin typeface="Raleway" pitchFamily="2" charset="0"/>
              </a:rPr>
              <a:t>Example</a:t>
            </a:r>
            <a:r>
              <a:rPr lang="it-IT" sz="3600" dirty="0">
                <a:latin typeface="Raleway" pitchFamily="2" charset="0"/>
              </a:rPr>
              <a:t>:</a:t>
            </a:r>
          </a:p>
          <a:p>
            <a:r>
              <a:rPr lang="it-IT" sz="3600" dirty="0">
                <a:latin typeface="Raleway" pitchFamily="2" charset="0"/>
              </a:rPr>
              <a:t>Keyword for </a:t>
            </a:r>
            <a:r>
              <a:rPr lang="it-IT" sz="3600" dirty="0" err="1">
                <a:latin typeface="Raleway" pitchFamily="2" charset="0"/>
              </a:rPr>
              <a:t>citing</a:t>
            </a:r>
            <a:r>
              <a:rPr lang="it-IT" sz="3600" dirty="0">
                <a:latin typeface="Raleway" pitchFamily="2" charset="0"/>
              </a:rPr>
              <a:t> the EU HVD </a:t>
            </a:r>
            <a:r>
              <a:rPr lang="it-IT" sz="3600" dirty="0" err="1">
                <a:latin typeface="Raleway" pitchFamily="2" charset="0"/>
              </a:rPr>
              <a:t>Regulation</a:t>
            </a:r>
            <a:endParaRPr lang="it-IT" sz="3600" dirty="0">
              <a:latin typeface="Raleway" pitchFamily="2" charset="0"/>
            </a:endParaRPr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F7D3EC52-D70F-F3C5-F2AF-BD80C664EA56}"/>
              </a:ext>
            </a:extLst>
          </p:cNvPr>
          <p:cNvSpPr/>
          <p:nvPr/>
        </p:nvSpPr>
        <p:spPr>
          <a:xfrm>
            <a:off x="12049917" y="1970935"/>
            <a:ext cx="5476930" cy="246715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200" dirty="0" err="1">
                <a:solidFill>
                  <a:schemeClr val="tx1"/>
                </a:solidFill>
              </a:rPr>
              <a:t>applicable</a:t>
            </a:r>
            <a:r>
              <a:rPr lang="it-IT" sz="3200" dirty="0">
                <a:solidFill>
                  <a:schemeClr val="tx1"/>
                </a:solidFill>
              </a:rPr>
              <a:t> </a:t>
            </a:r>
            <a:r>
              <a:rPr lang="it-IT" sz="3200" dirty="0" err="1">
                <a:solidFill>
                  <a:schemeClr val="tx1"/>
                </a:solidFill>
              </a:rPr>
              <a:t>legislation</a:t>
            </a:r>
            <a:endParaRPr lang="it-IT" sz="3200" dirty="0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F1F492D6-C7E7-9D66-9B0D-ED2C9677FBE8}"/>
              </a:ext>
            </a:extLst>
          </p:cNvPr>
          <p:cNvSpPr txBox="1"/>
          <p:nvPr/>
        </p:nvSpPr>
        <p:spPr>
          <a:xfrm>
            <a:off x="12502382" y="2219628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it-IT" sz="2400" b="1" dirty="0">
                <a:solidFill>
                  <a:srgbClr val="005A9C"/>
                </a:solidFill>
                <a:effectLst/>
                <a:latin typeface="Arial" panose="020B0604020202020204" pitchFamily="34" charset="0"/>
              </a:rPr>
              <a:t>DCAT-AP High Value Datasets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FB4803A-5748-4939-8B10-F49E130F75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5001" y="5655333"/>
            <a:ext cx="9525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06C19D8D-5EC7-7697-88E3-AC809A6DF54E}"/>
              </a:ext>
            </a:extLst>
          </p:cNvPr>
          <p:cNvSpPr/>
          <p:nvPr/>
        </p:nvSpPr>
        <p:spPr>
          <a:xfrm>
            <a:off x="4899804" y="6624765"/>
            <a:ext cx="8005313" cy="523220"/>
          </a:xfrm>
          <a:prstGeom prst="round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09420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334FE07D-FDFE-6570-DE43-13B1E4A55035}"/>
              </a:ext>
            </a:extLst>
          </p:cNvPr>
          <p:cNvSpPr txBox="1"/>
          <p:nvPr/>
        </p:nvSpPr>
        <p:spPr>
          <a:xfrm>
            <a:off x="539067" y="242939"/>
            <a:ext cx="1199782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4800" dirty="0" err="1">
                <a:solidFill>
                  <a:srgbClr val="002060"/>
                </a:solidFill>
                <a:latin typeface="Raleway" pitchFamily="2" charset="0"/>
              </a:rPr>
              <a:t>Starting</a:t>
            </a:r>
            <a:r>
              <a:rPr lang="it-IT" sz="4800" dirty="0">
                <a:solidFill>
                  <a:srgbClr val="002060"/>
                </a:solidFill>
                <a:latin typeface="Raleway" pitchFamily="2" charset="0"/>
              </a:rPr>
              <a:t> point</a:t>
            </a:r>
          </a:p>
          <a:p>
            <a:r>
              <a:rPr lang="it-IT" sz="4800" b="1" dirty="0" err="1">
                <a:solidFill>
                  <a:srgbClr val="002060"/>
                </a:solidFill>
                <a:latin typeface="Raleway" pitchFamily="2" charset="0"/>
              </a:rPr>
              <a:t>Agreed</a:t>
            </a:r>
            <a:r>
              <a:rPr lang="it-IT" sz="4800" b="1" dirty="0">
                <a:solidFill>
                  <a:srgbClr val="002060"/>
                </a:solidFill>
                <a:latin typeface="Raleway" pitchFamily="2" charset="0"/>
              </a:rPr>
              <a:t> HVD (</a:t>
            </a:r>
            <a:r>
              <a:rPr lang="it-IT" sz="4800" b="1" dirty="0" err="1">
                <a:solidFill>
                  <a:srgbClr val="002060"/>
                </a:solidFill>
                <a:latin typeface="Raleway" pitchFamily="2" charset="0"/>
              </a:rPr>
              <a:t>geospatial</a:t>
            </a:r>
            <a:r>
              <a:rPr lang="it-IT" sz="4800" b="1" dirty="0">
                <a:solidFill>
                  <a:srgbClr val="002060"/>
                </a:solidFill>
                <a:latin typeface="Raleway" pitchFamily="2" charset="0"/>
              </a:rPr>
              <a:t>) tagging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C4F7A351-4F94-FC1E-3750-8FA70CFCA44D}"/>
              </a:ext>
            </a:extLst>
          </p:cNvPr>
          <p:cNvSpPr txBox="1"/>
          <p:nvPr/>
        </p:nvSpPr>
        <p:spPr>
          <a:xfrm>
            <a:off x="1237129" y="2432304"/>
            <a:ext cx="175708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9600" b="1" dirty="0">
                <a:latin typeface="Rockwell" panose="02060603020205020403" pitchFamily="18" charset="0"/>
              </a:rPr>
              <a:t>2</a:t>
            </a:r>
          </a:p>
        </p:txBody>
      </p:sp>
      <p:pic>
        <p:nvPicPr>
          <p:cNvPr id="7" name="Immagine 6" descr="Immagine che contiene testo, schermata, documento&#10;&#10;Il contenuto generato dall'IA potrebbe non essere corretto.">
            <a:extLst>
              <a:ext uri="{FF2B5EF4-FFF2-40B4-BE49-F238E27FC236}">
                <a16:creationId xmlns:a16="http://schemas.microsoft.com/office/drawing/2014/main" id="{75BB0AEC-3EA1-EFE3-C0E6-470E3200F8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653"/>
          <a:stretch>
            <a:fillRect/>
          </a:stretch>
        </p:blipFill>
        <p:spPr>
          <a:xfrm>
            <a:off x="6259734" y="2090950"/>
            <a:ext cx="11301619" cy="7362801"/>
          </a:xfrm>
          <a:prstGeom prst="rect">
            <a:avLst/>
          </a:prstGeom>
        </p:spPr>
      </p:pic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39C03DA9-6A56-0C91-32F8-D1DFF6CBED2F}"/>
              </a:ext>
            </a:extLst>
          </p:cNvPr>
          <p:cNvSpPr/>
          <p:nvPr/>
        </p:nvSpPr>
        <p:spPr>
          <a:xfrm>
            <a:off x="12412227" y="866762"/>
            <a:ext cx="5476930" cy="246715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200" dirty="0">
                <a:solidFill>
                  <a:schemeClr val="tx1"/>
                </a:solidFill>
              </a:rPr>
              <a:t>HVD </a:t>
            </a:r>
            <a:r>
              <a:rPr lang="it-IT" sz="3200" dirty="0" err="1">
                <a:solidFill>
                  <a:schemeClr val="tx1"/>
                </a:solidFill>
              </a:rPr>
              <a:t>category</a:t>
            </a:r>
            <a:endParaRPr lang="it-IT" sz="3200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DDFCC38B-A1D5-E8D0-67CC-D67088B55D9B}"/>
              </a:ext>
            </a:extLst>
          </p:cNvPr>
          <p:cNvSpPr txBox="1"/>
          <p:nvPr/>
        </p:nvSpPr>
        <p:spPr>
          <a:xfrm>
            <a:off x="12864692" y="111545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it-IT" sz="2400" b="1" dirty="0">
                <a:solidFill>
                  <a:srgbClr val="005A9C"/>
                </a:solidFill>
                <a:effectLst/>
                <a:latin typeface="Arial" panose="020B0604020202020204" pitchFamily="34" charset="0"/>
              </a:rPr>
              <a:t>DCAT-AP High Value Datasets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999A0587-E377-A493-42FB-A65C64447A00}"/>
              </a:ext>
            </a:extLst>
          </p:cNvPr>
          <p:cNvSpPr txBox="1"/>
          <p:nvPr/>
        </p:nvSpPr>
        <p:spPr>
          <a:xfrm>
            <a:off x="2327780" y="2715768"/>
            <a:ext cx="360584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dirty="0" err="1">
                <a:latin typeface="Raleway" pitchFamily="2" charset="0"/>
              </a:rPr>
              <a:t>Example</a:t>
            </a:r>
            <a:r>
              <a:rPr lang="it-IT" sz="3600" dirty="0">
                <a:latin typeface="Raleway" pitchFamily="2" charset="0"/>
              </a:rPr>
              <a:t>:</a:t>
            </a:r>
          </a:p>
          <a:p>
            <a:r>
              <a:rPr lang="it-IT" sz="3600" dirty="0">
                <a:latin typeface="Raleway" pitchFamily="2" charset="0"/>
              </a:rPr>
              <a:t>Keyword </a:t>
            </a:r>
            <a:r>
              <a:rPr lang="it-IT" sz="3600" dirty="0" err="1">
                <a:latin typeface="Raleway" pitchFamily="2" charset="0"/>
              </a:rPr>
              <a:t>corresponding</a:t>
            </a:r>
            <a:r>
              <a:rPr lang="it-IT" sz="3600" dirty="0">
                <a:latin typeface="Raleway" pitchFamily="2" charset="0"/>
              </a:rPr>
              <a:t> to the HVD </a:t>
            </a:r>
            <a:r>
              <a:rPr lang="it-IT" sz="3600" dirty="0" err="1">
                <a:latin typeface="Raleway" pitchFamily="2" charset="0"/>
              </a:rPr>
              <a:t>category</a:t>
            </a:r>
            <a:r>
              <a:rPr lang="it-IT" sz="3600" dirty="0">
                <a:latin typeface="Raleway" pitchFamily="2" charset="0"/>
              </a:rPr>
              <a:t> (or sub-</a:t>
            </a:r>
            <a:r>
              <a:rPr lang="it-IT" sz="3600" dirty="0" err="1">
                <a:latin typeface="Raleway" pitchFamily="2" charset="0"/>
              </a:rPr>
              <a:t>category</a:t>
            </a:r>
            <a:r>
              <a:rPr lang="it-IT" sz="3600" dirty="0">
                <a:latin typeface="Raleway" pitchFamily="2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74086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79CFF-6DEF-5006-DB55-D2DB62F50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B21C49EC-0A48-C9A3-383C-048292EF3A41}"/>
              </a:ext>
            </a:extLst>
          </p:cNvPr>
          <p:cNvSpPr txBox="1"/>
          <p:nvPr/>
        </p:nvSpPr>
        <p:spPr>
          <a:xfrm>
            <a:off x="539067" y="242939"/>
            <a:ext cx="1199782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4800" dirty="0" err="1">
                <a:solidFill>
                  <a:srgbClr val="002060"/>
                </a:solidFill>
                <a:latin typeface="Raleway" pitchFamily="2" charset="0"/>
              </a:rPr>
              <a:t>Starting</a:t>
            </a:r>
            <a:r>
              <a:rPr lang="it-IT" sz="4800" dirty="0">
                <a:solidFill>
                  <a:srgbClr val="002060"/>
                </a:solidFill>
                <a:latin typeface="Raleway" pitchFamily="2" charset="0"/>
              </a:rPr>
              <a:t> point</a:t>
            </a:r>
          </a:p>
          <a:p>
            <a:r>
              <a:rPr lang="it-IT" sz="4800" b="1" dirty="0" err="1">
                <a:solidFill>
                  <a:srgbClr val="002060"/>
                </a:solidFill>
                <a:latin typeface="Raleway" pitchFamily="2" charset="0"/>
              </a:rPr>
              <a:t>Agreed</a:t>
            </a:r>
            <a:r>
              <a:rPr lang="it-IT" sz="4800" b="1" dirty="0">
                <a:solidFill>
                  <a:srgbClr val="002060"/>
                </a:solidFill>
                <a:latin typeface="Raleway" pitchFamily="2" charset="0"/>
              </a:rPr>
              <a:t> HVD (</a:t>
            </a:r>
            <a:r>
              <a:rPr lang="it-IT" sz="4800" b="1" dirty="0" err="1">
                <a:solidFill>
                  <a:srgbClr val="002060"/>
                </a:solidFill>
                <a:latin typeface="Raleway" pitchFamily="2" charset="0"/>
              </a:rPr>
              <a:t>geospatial</a:t>
            </a:r>
            <a:r>
              <a:rPr lang="it-IT" sz="4800" b="1" dirty="0">
                <a:solidFill>
                  <a:srgbClr val="002060"/>
                </a:solidFill>
                <a:latin typeface="Raleway" pitchFamily="2" charset="0"/>
              </a:rPr>
              <a:t>) tagging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0EA0DBB1-6055-3A63-326B-386755EEC87D}"/>
              </a:ext>
            </a:extLst>
          </p:cNvPr>
          <p:cNvSpPr txBox="1"/>
          <p:nvPr/>
        </p:nvSpPr>
        <p:spPr>
          <a:xfrm>
            <a:off x="1237129" y="2428539"/>
            <a:ext cx="175708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9600" b="1" dirty="0">
                <a:latin typeface="Rockwell" panose="02060603020205020403" pitchFamily="18" charset="0"/>
              </a:rPr>
              <a:t>3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DE26588-B013-DF1A-6D28-2B1D045282AB}"/>
              </a:ext>
            </a:extLst>
          </p:cNvPr>
          <p:cNvSpPr txBox="1"/>
          <p:nvPr/>
        </p:nvSpPr>
        <p:spPr>
          <a:xfrm>
            <a:off x="2327780" y="2711937"/>
            <a:ext cx="3605841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dirty="0">
                <a:latin typeface="Raleway" pitchFamily="2" charset="0"/>
              </a:rPr>
              <a:t>Full </a:t>
            </a:r>
            <a:r>
              <a:rPr lang="it-IT" sz="3600" dirty="0" err="1">
                <a:latin typeface="Raleway" pitchFamily="2" charset="0"/>
              </a:rPr>
              <a:t>details</a:t>
            </a:r>
            <a:r>
              <a:rPr lang="it-IT" sz="3600" dirty="0">
                <a:latin typeface="Raleway" pitchFamily="2" charset="0"/>
              </a:rPr>
              <a:t> of </a:t>
            </a:r>
            <a:r>
              <a:rPr lang="it-IT" sz="3600" dirty="0" err="1">
                <a:latin typeface="Raleway" pitchFamily="2" charset="0"/>
              </a:rPr>
              <a:t>Phase</a:t>
            </a:r>
            <a:r>
              <a:rPr lang="it-IT" sz="3600" dirty="0">
                <a:latin typeface="Raleway" pitchFamily="2" charset="0"/>
              </a:rPr>
              <a:t> 1 agreements &amp; </a:t>
            </a:r>
            <a:r>
              <a:rPr lang="it-IT" sz="3600" dirty="0" err="1">
                <a:latin typeface="Raleway" pitchFamily="2" charset="0"/>
              </a:rPr>
              <a:t>implementationexamples</a:t>
            </a:r>
            <a:r>
              <a:rPr lang="it-IT" sz="3600" dirty="0">
                <a:latin typeface="Raleway" pitchFamily="2" charset="0"/>
              </a:rPr>
              <a:t>:</a:t>
            </a:r>
          </a:p>
          <a:p>
            <a:pPr>
              <a:spcBef>
                <a:spcPts val="1200"/>
              </a:spcBef>
            </a:pPr>
            <a:r>
              <a:rPr lang="it-IT" sz="3600" dirty="0" err="1">
                <a:latin typeface="Raleway" pitchFamily="2" charset="0"/>
              </a:rPr>
              <a:t>Available</a:t>
            </a:r>
            <a:r>
              <a:rPr lang="it-IT" sz="3600" dirty="0">
                <a:latin typeface="Raleway" pitchFamily="2" charset="0"/>
              </a:rPr>
              <a:t> on GitHub</a:t>
            </a:r>
          </a:p>
        </p:txBody>
      </p:sp>
      <p:sp>
        <p:nvSpPr>
          <p:cNvPr id="4" name="CasellaDiTesto 10">
            <a:extLst>
              <a:ext uri="{FF2B5EF4-FFF2-40B4-BE49-F238E27FC236}">
                <a16:creationId xmlns:a16="http://schemas.microsoft.com/office/drawing/2014/main" id="{3C7C3BCC-51DD-2BD5-438C-E49325A90450}"/>
              </a:ext>
            </a:extLst>
          </p:cNvPr>
          <p:cNvSpPr txBox="1"/>
          <p:nvPr/>
        </p:nvSpPr>
        <p:spPr>
          <a:xfrm>
            <a:off x="422610" y="7824912"/>
            <a:ext cx="17442780" cy="15696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it-IT" sz="2000" b="1" dirty="0"/>
              <a:t>NON- MULTILINGUAL</a:t>
            </a:r>
            <a:r>
              <a:rPr lang="it-IT" sz="2000" dirty="0"/>
              <a:t>: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it-IT" sz="2000" dirty="0">
                <a:hlinkClick r:id="rId2"/>
              </a:rPr>
              <a:t>https://github.com/INSPIRE-MIF/GeoDCAT-AP-pilot/blob/main/good-practices/hvd-tagging/ISO_HVD_Tagging_Anchor_Non-Multilingual-clarification.xml</a:t>
            </a:r>
            <a:endParaRPr lang="it-IT" sz="2000" dirty="0"/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it-IT" sz="2000" b="1" dirty="0"/>
              <a:t>MULTILINGUAL: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it-IT" sz="2000" dirty="0">
                <a:sym typeface="Wingdings" panose="05000000000000000000" pitchFamily="2" charset="2"/>
                <a:hlinkClick r:id="rId3"/>
              </a:rPr>
              <a:t>https://github.com/INSPIRE-MIF/GeoDCAT-AP-pilot/blob/main/good-practices/hvd-tagging/ISO_HVD_Tagging_Anchor_Multilingual-clarification.xml</a:t>
            </a:r>
            <a:r>
              <a:rPr lang="it-IT" sz="2000" dirty="0">
                <a:sym typeface="Wingdings" panose="05000000000000000000" pitchFamily="2" charset="2"/>
              </a:rPr>
              <a:t> </a:t>
            </a:r>
            <a:endParaRPr lang="it-IT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9F2669-21C3-A3AE-3B64-E71901BD46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8906" y="2105330"/>
            <a:ext cx="11775214" cy="54934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62315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371FD9BE-E390-9A87-BDF4-F81010655A09}"/>
              </a:ext>
            </a:extLst>
          </p:cNvPr>
          <p:cNvSpPr txBox="1"/>
          <p:nvPr/>
        </p:nvSpPr>
        <p:spPr>
          <a:xfrm>
            <a:off x="983410" y="2419677"/>
            <a:ext cx="16717993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</a:pPr>
            <a:r>
              <a:rPr lang="en-US" sz="2800" b="1" dirty="0">
                <a:solidFill>
                  <a:srgbClr val="0070C0"/>
                </a:solidFill>
              </a:rPr>
              <a:t>T-1. Support to the alignment of INSPIRE to data.europa.eu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</a:pPr>
            <a:r>
              <a:rPr lang="en-US" sz="28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T-1A</a:t>
            </a:r>
            <a:r>
              <a:rPr lang="en-U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. Management of geospatial metadata harvesting and reporting issues </a:t>
            </a:r>
          </a:p>
          <a:p>
            <a:pPr marL="914400" lvl="1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None/>
            </a:pPr>
            <a:r>
              <a:rPr lang="en-U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A forum for discussing issues, submitted (or to be submitted) to the relevant SEMIC GitHub repositories in the scope of geospatial datasets reporting (ISO / INSPIRE to GeoDCAT-AP), including geospatial HVDs.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</a:pPr>
            <a:r>
              <a:rPr lang="en-GB" sz="2800" b="1" dirty="0">
                <a:solidFill>
                  <a:srgbClr val="0070C0"/>
                </a:solidFill>
              </a:rPr>
              <a:t>T-1B</a:t>
            </a:r>
            <a:r>
              <a:rPr lang="en-GB" sz="2800" dirty="0">
                <a:solidFill>
                  <a:srgbClr val="0070C0"/>
                </a:solidFill>
              </a:rPr>
              <a:t>. Specific analysis and good practices for INSPIRE-data.europa.eu alignment</a:t>
            </a:r>
          </a:p>
          <a:p>
            <a:pPr marL="91440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None/>
            </a:pPr>
            <a:r>
              <a:rPr lang="en-US" sz="2800" dirty="0">
                <a:solidFill>
                  <a:schemeClr val="tx1"/>
                </a:solidFill>
              </a:rPr>
              <a:t>Team for performing specific analysis, discussing on and </a:t>
            </a:r>
            <a:r>
              <a:rPr lang="en-US" sz="2800" dirty="0" err="1">
                <a:solidFill>
                  <a:schemeClr val="tx1"/>
                </a:solidFill>
              </a:rPr>
              <a:t>formalising</a:t>
            </a:r>
            <a:r>
              <a:rPr lang="en-US" sz="2800" dirty="0">
                <a:solidFill>
                  <a:schemeClr val="tx1"/>
                </a:solidFill>
              </a:rPr>
              <a:t> common good practices in the scope of the alignment and integration of INSPIRE into data.europa.eu.</a:t>
            </a:r>
          </a:p>
          <a:p>
            <a:pPr marL="91440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None/>
            </a:pPr>
            <a:endParaRPr lang="en-US" sz="2800" dirty="0"/>
          </a:p>
          <a:p>
            <a:pPr marL="1371600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Agreement on a good practice for describing Data Services / APIs </a:t>
            </a:r>
          </a:p>
          <a:p>
            <a:pPr marL="1371600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Analysis of potential metadata information losses in the ISO-to-GeoDCAT-AP transformation</a:t>
            </a:r>
          </a:p>
          <a:p>
            <a:pPr marL="1371600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</a:rPr>
              <a:t>Drafting of the Geospatial High-Value Datasets tagging good practice specification 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60983C6C-8A2B-F316-3894-AD40EB8EF4BD}"/>
              </a:ext>
            </a:extLst>
          </p:cNvPr>
          <p:cNvSpPr txBox="1"/>
          <p:nvPr/>
        </p:nvSpPr>
        <p:spPr>
          <a:xfrm>
            <a:off x="539067" y="242939"/>
            <a:ext cx="1199782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4800" dirty="0">
                <a:solidFill>
                  <a:srgbClr val="002060"/>
                </a:solidFill>
                <a:latin typeface="Raleway" pitchFamily="2" charset="0"/>
              </a:rPr>
              <a:t>Task</a:t>
            </a:r>
          </a:p>
          <a:p>
            <a:r>
              <a:rPr lang="it-IT" sz="4800" b="1" dirty="0">
                <a:solidFill>
                  <a:srgbClr val="002060"/>
                </a:solidFill>
                <a:latin typeface="Raleway" pitchFamily="2" charset="0"/>
              </a:rPr>
              <a:t>Working teams</a:t>
            </a:r>
          </a:p>
        </p:txBody>
      </p:sp>
    </p:spTree>
    <p:extLst>
      <p:ext uri="{BB962C8B-B14F-4D97-AF65-F5344CB8AC3E}">
        <p14:creationId xmlns:p14="http://schemas.microsoft.com/office/powerpoint/2010/main" val="3708622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, schermata, software, Pagina Web&#10;&#10;Il contenuto generato dall'IA potrebbe non essere corretto.">
            <a:extLst>
              <a:ext uri="{FF2B5EF4-FFF2-40B4-BE49-F238E27FC236}">
                <a16:creationId xmlns:a16="http://schemas.microsoft.com/office/drawing/2014/main" id="{ABA981E1-79C1-B3F9-9869-114DEC32D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1873" y="1468665"/>
            <a:ext cx="12415544" cy="7349670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F186649D-8EB9-3964-F73A-40EF11477714}"/>
              </a:ext>
            </a:extLst>
          </p:cNvPr>
          <p:cNvSpPr txBox="1"/>
          <p:nvPr/>
        </p:nvSpPr>
        <p:spPr>
          <a:xfrm>
            <a:off x="2293456" y="9027357"/>
            <a:ext cx="147250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dirty="0">
                <a:hlinkClick r:id="rId3"/>
              </a:rPr>
              <a:t>https://github.com/INSPIRE-MIF/GeoDCAT-AP-pilot/blob/main/good-practices/hvd-tagging/specification.md</a:t>
            </a:r>
            <a:r>
              <a:rPr lang="it-IT" sz="2400" dirty="0"/>
              <a:t> 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A78F8BEC-F4F1-E3AF-A6A8-DBD6D88F59D6}"/>
              </a:ext>
            </a:extLst>
          </p:cNvPr>
          <p:cNvSpPr txBox="1"/>
          <p:nvPr/>
        </p:nvSpPr>
        <p:spPr>
          <a:xfrm>
            <a:off x="539067" y="242939"/>
            <a:ext cx="1199782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4800" dirty="0">
                <a:solidFill>
                  <a:srgbClr val="002060"/>
                </a:solidFill>
                <a:latin typeface="Raleway" pitchFamily="2" charset="0"/>
              </a:rPr>
              <a:t>Task</a:t>
            </a:r>
          </a:p>
          <a:p>
            <a:r>
              <a:rPr lang="it-IT" sz="4800" b="1" dirty="0" err="1">
                <a:solidFill>
                  <a:srgbClr val="002060"/>
                </a:solidFill>
                <a:latin typeface="Raleway" pitchFamily="2" charset="0"/>
              </a:rPr>
              <a:t>Objectives</a:t>
            </a:r>
            <a:endParaRPr lang="it-IT" sz="4800" b="1" dirty="0">
              <a:solidFill>
                <a:srgbClr val="002060"/>
              </a:solidFill>
              <a:latin typeface="Raleway" pitchFamily="2" charset="0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0E562B1F-4B25-093D-4F83-80C0D00D3D58}"/>
              </a:ext>
            </a:extLst>
          </p:cNvPr>
          <p:cNvSpPr txBox="1"/>
          <p:nvPr/>
        </p:nvSpPr>
        <p:spPr>
          <a:xfrm>
            <a:off x="810306" y="3477870"/>
            <a:ext cx="398032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dirty="0">
                <a:effectLst/>
                <a:latin typeface="Raleway" pitchFamily="2" charset="0"/>
                <a:ea typeface="Times New Roman" panose="02020603050405020304" pitchFamily="18" charset="0"/>
                <a:cs typeface="Aptos" panose="020B0004020202020204" pitchFamily="34" charset="0"/>
              </a:rPr>
              <a:t>completing the drafting of a </a:t>
            </a:r>
            <a:r>
              <a:rPr lang="en-GB" sz="3600" b="1" dirty="0">
                <a:effectLst/>
                <a:latin typeface="Raleway" pitchFamily="2" charset="0"/>
                <a:ea typeface="Times New Roman" panose="02020603050405020304" pitchFamily="18" charset="0"/>
                <a:cs typeface="Aptos" panose="020B0004020202020204" pitchFamily="34" charset="0"/>
              </a:rPr>
              <a:t>formal Geospatial High-Value Datasets tagging good practice specification</a:t>
            </a:r>
            <a:endParaRPr lang="it-IT" sz="3600" b="1" dirty="0">
              <a:latin typeface="Ralew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2295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 descr="Immagine che contiene testo, schermata, software, Pagina Web&#10;&#10;Il contenuto generato dall'IA potrebbe non essere corretto.">
            <a:extLst>
              <a:ext uri="{FF2B5EF4-FFF2-40B4-BE49-F238E27FC236}">
                <a16:creationId xmlns:a16="http://schemas.microsoft.com/office/drawing/2014/main" id="{4186879D-018A-EA8B-4283-B3C1BB720A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86" t="93398" r="73096" b="1743"/>
          <a:stretch>
            <a:fillRect/>
          </a:stretch>
        </p:blipFill>
        <p:spPr>
          <a:xfrm>
            <a:off x="172529" y="2034890"/>
            <a:ext cx="7901796" cy="1181460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3F919B3A-5F6B-E3EC-9957-202EFDC2AB16}"/>
              </a:ext>
            </a:extLst>
          </p:cNvPr>
          <p:cNvSpPr txBox="1"/>
          <p:nvPr/>
        </p:nvSpPr>
        <p:spPr>
          <a:xfrm>
            <a:off x="539067" y="242939"/>
            <a:ext cx="1199782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4800" dirty="0">
                <a:solidFill>
                  <a:srgbClr val="002060"/>
                </a:solidFill>
                <a:latin typeface="Raleway" pitchFamily="2" charset="0"/>
              </a:rPr>
              <a:t>Task</a:t>
            </a:r>
          </a:p>
          <a:p>
            <a:r>
              <a:rPr lang="it-IT" sz="4800" b="1" dirty="0">
                <a:solidFill>
                  <a:srgbClr val="002060"/>
                </a:solidFill>
                <a:latin typeface="Raleway" pitchFamily="2" charset="0"/>
              </a:rPr>
              <a:t>Call to </a:t>
            </a:r>
            <a:r>
              <a:rPr lang="it-IT" sz="4800" b="1" dirty="0" err="1">
                <a:solidFill>
                  <a:srgbClr val="002060"/>
                </a:solidFill>
                <a:latin typeface="Raleway" pitchFamily="2" charset="0"/>
              </a:rPr>
              <a:t>contribute</a:t>
            </a:r>
            <a:r>
              <a:rPr lang="it-IT" sz="4800" b="1" dirty="0">
                <a:solidFill>
                  <a:srgbClr val="002060"/>
                </a:solidFill>
                <a:latin typeface="Raleway" pitchFamily="2" charset="0"/>
              </a:rPr>
              <a:t> 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CC972AF2-CC92-EB44-14F5-D7B70FC6CCE3}"/>
              </a:ext>
            </a:extLst>
          </p:cNvPr>
          <p:cNvSpPr txBox="1"/>
          <p:nvPr/>
        </p:nvSpPr>
        <p:spPr>
          <a:xfrm>
            <a:off x="1936546" y="3438641"/>
            <a:ext cx="15385295" cy="5616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lang="en-GB" sz="5400" dirty="0">
                <a:effectLst/>
                <a:latin typeface="Raleway" pitchFamily="2" charset="0"/>
                <a:ea typeface="Times New Roman" panose="02020603050405020304" pitchFamily="18" charset="0"/>
                <a:cs typeface="Aptos" panose="020B0004020202020204" pitchFamily="34" charset="0"/>
              </a:rPr>
              <a:t>We need:</a:t>
            </a:r>
            <a:endParaRPr lang="en-GB" sz="5400" dirty="0">
              <a:latin typeface="Raleway" pitchFamily="2" charset="0"/>
              <a:ea typeface="Times New Roman" panose="02020603050405020304" pitchFamily="18" charset="0"/>
              <a:cs typeface="Aptos" panose="020B0004020202020204" pitchFamily="34" charset="0"/>
            </a:endParaRPr>
          </a:p>
          <a:p>
            <a:pPr marL="685800" indent="-6858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5400" dirty="0">
                <a:latin typeface="Raleway" pitchFamily="2" charset="0"/>
                <a:ea typeface="Times New Roman" panose="02020603050405020304" pitchFamily="18" charset="0"/>
                <a:cs typeface="Aptos" panose="020B0004020202020204" pitchFamily="34" charset="0"/>
              </a:rPr>
              <a:t>implementation </a:t>
            </a:r>
            <a:r>
              <a:rPr lang="en-US" sz="5400" b="1" dirty="0">
                <a:latin typeface="Raleway" pitchFamily="2" charset="0"/>
                <a:ea typeface="Times New Roman" panose="02020603050405020304" pitchFamily="18" charset="0"/>
                <a:cs typeface="Aptos" panose="020B0004020202020204" pitchFamily="34" charset="0"/>
              </a:rPr>
              <a:t>evidence</a:t>
            </a:r>
          </a:p>
          <a:p>
            <a:pPr marL="685800" indent="-6858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5400" dirty="0">
                <a:latin typeface="Raleway" pitchFamily="2" charset="0"/>
                <a:ea typeface="Times New Roman" panose="02020603050405020304" pitchFamily="18" charset="0"/>
                <a:cs typeface="Aptos" panose="020B0004020202020204" pitchFamily="34" charset="0"/>
              </a:rPr>
              <a:t>updated </a:t>
            </a:r>
            <a:r>
              <a:rPr lang="en-US" sz="5400" b="1" dirty="0">
                <a:latin typeface="Raleway" pitchFamily="2" charset="0"/>
                <a:ea typeface="Times New Roman" panose="02020603050405020304" pitchFamily="18" charset="0"/>
                <a:cs typeface="Aptos" panose="020B0004020202020204" pitchFamily="34" charset="0"/>
              </a:rPr>
              <a:t>examples</a:t>
            </a:r>
            <a:r>
              <a:rPr lang="en-US" sz="5400" dirty="0">
                <a:latin typeface="Raleway" pitchFamily="2" charset="0"/>
                <a:ea typeface="Times New Roman" panose="02020603050405020304" pitchFamily="18" charset="0"/>
                <a:cs typeface="Aptos" panose="020B0004020202020204" pitchFamily="34" charset="0"/>
              </a:rPr>
              <a:t> using the approach agreed for the good practice</a:t>
            </a:r>
          </a:p>
          <a:p>
            <a:pPr marL="685800" indent="-6858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5400" b="1" dirty="0">
                <a:latin typeface="Raleway" pitchFamily="2" charset="0"/>
                <a:ea typeface="Times New Roman" panose="02020603050405020304" pitchFamily="18" charset="0"/>
                <a:cs typeface="Aptos" panose="020B0004020202020204" pitchFamily="34" charset="0"/>
              </a:rPr>
              <a:t>more volunteers </a:t>
            </a:r>
            <a:r>
              <a:rPr lang="en-US" sz="5400" dirty="0">
                <a:latin typeface="Raleway" pitchFamily="2" charset="0"/>
                <a:ea typeface="Times New Roman" panose="02020603050405020304" pitchFamily="18" charset="0"/>
                <a:cs typeface="Aptos" panose="020B0004020202020204" pitchFamily="34" charset="0"/>
              </a:rPr>
              <a:t>to contribute to the drafting of the specification</a:t>
            </a:r>
            <a:endParaRPr lang="en-GB" sz="5400" dirty="0">
              <a:latin typeface="Raleway" pitchFamily="2" charset="0"/>
              <a:ea typeface="Times New Roman" panose="02020603050405020304" pitchFamily="18" charset="0"/>
              <a:cs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8758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7A0829B2-AC38-D926-DD79-DEB7323B4FAA}"/>
              </a:ext>
            </a:extLst>
          </p:cNvPr>
          <p:cNvSpPr txBox="1"/>
          <p:nvPr/>
        </p:nvSpPr>
        <p:spPr>
          <a:xfrm>
            <a:off x="539067" y="242939"/>
            <a:ext cx="1199782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4800" dirty="0">
                <a:solidFill>
                  <a:srgbClr val="002060"/>
                </a:solidFill>
                <a:latin typeface="Raleway" pitchFamily="2" charset="0"/>
              </a:rPr>
              <a:t>Task</a:t>
            </a:r>
          </a:p>
          <a:p>
            <a:r>
              <a:rPr lang="it-IT" sz="4800" b="1" dirty="0">
                <a:solidFill>
                  <a:srgbClr val="002060"/>
                </a:solidFill>
                <a:latin typeface="Raleway" pitchFamily="2" charset="0"/>
              </a:rPr>
              <a:t>Working plan</a:t>
            </a:r>
          </a:p>
        </p:txBody>
      </p:sp>
      <p:sp>
        <p:nvSpPr>
          <p:cNvPr id="3" name="Dati 2">
            <a:extLst>
              <a:ext uri="{FF2B5EF4-FFF2-40B4-BE49-F238E27FC236}">
                <a16:creationId xmlns:a16="http://schemas.microsoft.com/office/drawing/2014/main" id="{2B710162-06E4-1788-AC33-BA43CEBB39E0}"/>
              </a:ext>
            </a:extLst>
          </p:cNvPr>
          <p:cNvSpPr/>
          <p:nvPr/>
        </p:nvSpPr>
        <p:spPr>
          <a:xfrm>
            <a:off x="4190407" y="5796951"/>
            <a:ext cx="3004022" cy="793630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 err="1">
                <a:latin typeface="Raleway" pitchFamily="2" charset="0"/>
              </a:rPr>
              <a:t>February</a:t>
            </a:r>
            <a:r>
              <a:rPr lang="it-IT" b="1" dirty="0">
                <a:latin typeface="Raleway" pitchFamily="2" charset="0"/>
              </a:rPr>
              <a:t> 2026</a:t>
            </a:r>
          </a:p>
        </p:txBody>
      </p:sp>
      <p:sp>
        <p:nvSpPr>
          <p:cNvPr id="4" name="Dati 3">
            <a:extLst>
              <a:ext uri="{FF2B5EF4-FFF2-40B4-BE49-F238E27FC236}">
                <a16:creationId xmlns:a16="http://schemas.microsoft.com/office/drawing/2014/main" id="{971FEA11-1DC3-DC32-917F-C9C514A40535}"/>
              </a:ext>
            </a:extLst>
          </p:cNvPr>
          <p:cNvSpPr/>
          <p:nvPr/>
        </p:nvSpPr>
        <p:spPr>
          <a:xfrm>
            <a:off x="6861719" y="5794074"/>
            <a:ext cx="3004022" cy="793630"/>
          </a:xfrm>
          <a:prstGeom prst="flowChartInputOutpu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200" b="1" dirty="0">
                <a:latin typeface="Raleway" pitchFamily="2" charset="0"/>
              </a:rPr>
              <a:t>March 2026</a:t>
            </a:r>
          </a:p>
        </p:txBody>
      </p:sp>
      <p:sp>
        <p:nvSpPr>
          <p:cNvPr id="5" name="Dati 4">
            <a:extLst>
              <a:ext uri="{FF2B5EF4-FFF2-40B4-BE49-F238E27FC236}">
                <a16:creationId xmlns:a16="http://schemas.microsoft.com/office/drawing/2014/main" id="{BB8FF408-E940-B2F1-7090-F3521850FBDB}"/>
              </a:ext>
            </a:extLst>
          </p:cNvPr>
          <p:cNvSpPr/>
          <p:nvPr/>
        </p:nvSpPr>
        <p:spPr>
          <a:xfrm>
            <a:off x="9484149" y="5794074"/>
            <a:ext cx="3004022" cy="793630"/>
          </a:xfrm>
          <a:prstGeom prst="flowChartInputOutpu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b="1" dirty="0">
                <a:latin typeface="Raleway" pitchFamily="2" charset="0"/>
              </a:rPr>
              <a:t>April 2026</a:t>
            </a:r>
          </a:p>
        </p:txBody>
      </p:sp>
      <p:grpSp>
        <p:nvGrpSpPr>
          <p:cNvPr id="9" name="Gruppo 8">
            <a:extLst>
              <a:ext uri="{FF2B5EF4-FFF2-40B4-BE49-F238E27FC236}">
                <a16:creationId xmlns:a16="http://schemas.microsoft.com/office/drawing/2014/main" id="{E673416F-4887-F7C0-15E4-233434946079}"/>
              </a:ext>
            </a:extLst>
          </p:cNvPr>
          <p:cNvGrpSpPr/>
          <p:nvPr/>
        </p:nvGrpSpPr>
        <p:grpSpPr>
          <a:xfrm>
            <a:off x="5530924" y="4683459"/>
            <a:ext cx="144000" cy="1127117"/>
            <a:chOff x="2528937" y="4683459"/>
            <a:chExt cx="144000" cy="1127117"/>
          </a:xfrm>
        </p:grpSpPr>
        <p:cxnSp>
          <p:nvCxnSpPr>
            <p:cNvPr id="7" name="Connettore diritto 6">
              <a:extLst>
                <a:ext uri="{FF2B5EF4-FFF2-40B4-BE49-F238E27FC236}">
                  <a16:creationId xmlns:a16="http://schemas.microsoft.com/office/drawing/2014/main" id="{87311B90-A1C1-A67E-402A-4E3C2B6F632A}"/>
                </a:ext>
              </a:extLst>
            </p:cNvPr>
            <p:cNvCxnSpPr/>
            <p:nvPr/>
          </p:nvCxnSpPr>
          <p:spPr>
            <a:xfrm>
              <a:off x="2595343" y="4683460"/>
              <a:ext cx="0" cy="1127116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e 7">
              <a:extLst>
                <a:ext uri="{FF2B5EF4-FFF2-40B4-BE49-F238E27FC236}">
                  <a16:creationId xmlns:a16="http://schemas.microsoft.com/office/drawing/2014/main" id="{0447B6D7-DAE2-B080-700E-5F0105EAE34B}"/>
                </a:ext>
              </a:extLst>
            </p:cNvPr>
            <p:cNvSpPr/>
            <p:nvPr/>
          </p:nvSpPr>
          <p:spPr>
            <a:xfrm>
              <a:off x="2528937" y="4683459"/>
              <a:ext cx="144000" cy="144000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0E780FD6-0266-6A17-84EF-646661301D90}"/>
              </a:ext>
            </a:extLst>
          </p:cNvPr>
          <p:cNvSpPr txBox="1"/>
          <p:nvPr/>
        </p:nvSpPr>
        <p:spPr>
          <a:xfrm>
            <a:off x="4441347" y="3713671"/>
            <a:ext cx="24671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b="1" dirty="0">
                <a:latin typeface="Raleway" pitchFamily="2" charset="0"/>
              </a:rPr>
              <a:t>Working Team T-1B </a:t>
            </a:r>
          </a:p>
          <a:p>
            <a:pPr algn="ctr"/>
            <a:r>
              <a:rPr lang="it-IT" b="1" dirty="0">
                <a:latin typeface="Raleway" pitchFamily="2" charset="0"/>
              </a:rPr>
              <a:t>Kick-off meeting</a:t>
            </a:r>
          </a:p>
          <a:p>
            <a:pPr algn="ctr"/>
            <a:r>
              <a:rPr lang="it-IT" dirty="0">
                <a:latin typeface="Raleway" pitchFamily="2" charset="0"/>
              </a:rPr>
              <a:t>26 Feb.</a:t>
            </a:r>
          </a:p>
        </p:txBody>
      </p:sp>
      <p:grpSp>
        <p:nvGrpSpPr>
          <p:cNvPr id="12" name="Gruppo 11">
            <a:extLst>
              <a:ext uri="{FF2B5EF4-FFF2-40B4-BE49-F238E27FC236}">
                <a16:creationId xmlns:a16="http://schemas.microsoft.com/office/drawing/2014/main" id="{94EB19BC-4FAE-0647-10DF-C9D9920006C5}"/>
              </a:ext>
            </a:extLst>
          </p:cNvPr>
          <p:cNvGrpSpPr/>
          <p:nvPr/>
        </p:nvGrpSpPr>
        <p:grpSpPr>
          <a:xfrm rot="10800000">
            <a:off x="8961602" y="6609723"/>
            <a:ext cx="144000" cy="1127117"/>
            <a:chOff x="2528937" y="4683459"/>
            <a:chExt cx="144000" cy="1127117"/>
          </a:xfrm>
        </p:grpSpPr>
        <p:cxnSp>
          <p:nvCxnSpPr>
            <p:cNvPr id="13" name="Connettore diritto 12">
              <a:extLst>
                <a:ext uri="{FF2B5EF4-FFF2-40B4-BE49-F238E27FC236}">
                  <a16:creationId xmlns:a16="http://schemas.microsoft.com/office/drawing/2014/main" id="{C84B8F3D-2FEA-58DA-3B34-5BF553EF38EF}"/>
                </a:ext>
              </a:extLst>
            </p:cNvPr>
            <p:cNvCxnSpPr/>
            <p:nvPr/>
          </p:nvCxnSpPr>
          <p:spPr>
            <a:xfrm>
              <a:off x="2595343" y="4683460"/>
              <a:ext cx="0" cy="1127116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e 13">
              <a:extLst>
                <a:ext uri="{FF2B5EF4-FFF2-40B4-BE49-F238E27FC236}">
                  <a16:creationId xmlns:a16="http://schemas.microsoft.com/office/drawing/2014/main" id="{3FC5911D-4B24-C185-9E40-BA8E79CA434C}"/>
                </a:ext>
              </a:extLst>
            </p:cNvPr>
            <p:cNvSpPr/>
            <p:nvPr/>
          </p:nvSpPr>
          <p:spPr>
            <a:xfrm>
              <a:off x="2528937" y="4683459"/>
              <a:ext cx="144000" cy="144000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13AA28D9-E8B1-F5EA-E898-912FEAA4485A}"/>
              </a:ext>
            </a:extLst>
          </p:cNvPr>
          <p:cNvSpPr txBox="1"/>
          <p:nvPr/>
        </p:nvSpPr>
        <p:spPr>
          <a:xfrm>
            <a:off x="7395905" y="7796627"/>
            <a:ext cx="313139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b="1" dirty="0">
                <a:latin typeface="Raleway" pitchFamily="2" charset="0"/>
              </a:rPr>
              <a:t>Collection of </a:t>
            </a:r>
          </a:p>
          <a:p>
            <a:pPr algn="ctr"/>
            <a:r>
              <a:rPr lang="it-IT" b="1" dirty="0" err="1">
                <a:latin typeface="Raleway" pitchFamily="2" charset="0"/>
              </a:rPr>
              <a:t>evidence</a:t>
            </a:r>
            <a:r>
              <a:rPr lang="it-IT" b="1" dirty="0">
                <a:latin typeface="Raleway" pitchFamily="2" charset="0"/>
              </a:rPr>
              <a:t> / </a:t>
            </a:r>
            <a:r>
              <a:rPr lang="it-IT" b="1" dirty="0" err="1">
                <a:latin typeface="Raleway" pitchFamily="2" charset="0"/>
              </a:rPr>
              <a:t>examples</a:t>
            </a:r>
            <a:endParaRPr lang="it-IT" b="1" dirty="0">
              <a:latin typeface="Raleway" pitchFamily="2" charset="0"/>
            </a:endParaRPr>
          </a:p>
          <a:p>
            <a:pPr algn="ctr"/>
            <a:r>
              <a:rPr lang="it-IT" dirty="0">
                <a:latin typeface="Raleway" pitchFamily="2" charset="0"/>
              </a:rPr>
              <a:t>31 Mar.</a:t>
            </a:r>
          </a:p>
        </p:txBody>
      </p:sp>
      <p:grpSp>
        <p:nvGrpSpPr>
          <p:cNvPr id="16" name="Gruppo 15">
            <a:extLst>
              <a:ext uri="{FF2B5EF4-FFF2-40B4-BE49-F238E27FC236}">
                <a16:creationId xmlns:a16="http://schemas.microsoft.com/office/drawing/2014/main" id="{7F9D4030-1CE1-6E41-7437-EA7867479C74}"/>
              </a:ext>
            </a:extLst>
          </p:cNvPr>
          <p:cNvGrpSpPr/>
          <p:nvPr/>
        </p:nvGrpSpPr>
        <p:grpSpPr>
          <a:xfrm>
            <a:off x="7837292" y="4666206"/>
            <a:ext cx="144000" cy="1127117"/>
            <a:chOff x="2528937" y="4683459"/>
            <a:chExt cx="144000" cy="1127117"/>
          </a:xfrm>
        </p:grpSpPr>
        <p:cxnSp>
          <p:nvCxnSpPr>
            <p:cNvPr id="17" name="Connettore diritto 16">
              <a:extLst>
                <a:ext uri="{FF2B5EF4-FFF2-40B4-BE49-F238E27FC236}">
                  <a16:creationId xmlns:a16="http://schemas.microsoft.com/office/drawing/2014/main" id="{EB0BB412-AED1-7ED4-889B-FFEBB4C7400A}"/>
                </a:ext>
              </a:extLst>
            </p:cNvPr>
            <p:cNvCxnSpPr/>
            <p:nvPr/>
          </p:nvCxnSpPr>
          <p:spPr>
            <a:xfrm>
              <a:off x="2595343" y="4683460"/>
              <a:ext cx="0" cy="1127116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e 17">
              <a:extLst>
                <a:ext uri="{FF2B5EF4-FFF2-40B4-BE49-F238E27FC236}">
                  <a16:creationId xmlns:a16="http://schemas.microsoft.com/office/drawing/2014/main" id="{136B4392-3154-13FB-FDD4-CC3EAC0E9F0E}"/>
                </a:ext>
              </a:extLst>
            </p:cNvPr>
            <p:cNvSpPr/>
            <p:nvPr/>
          </p:nvSpPr>
          <p:spPr>
            <a:xfrm>
              <a:off x="2528937" y="4683459"/>
              <a:ext cx="144000" cy="144000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C5288E9A-CAF0-2AF5-71A7-02B001313D44}"/>
              </a:ext>
            </a:extLst>
          </p:cNvPr>
          <p:cNvSpPr txBox="1"/>
          <p:nvPr/>
        </p:nvSpPr>
        <p:spPr>
          <a:xfrm>
            <a:off x="6747715" y="3712607"/>
            <a:ext cx="24671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b="1" dirty="0">
                <a:latin typeface="Raleway" pitchFamily="2" charset="0"/>
              </a:rPr>
              <a:t>Closing of call </a:t>
            </a:r>
          </a:p>
          <a:p>
            <a:pPr algn="ctr"/>
            <a:r>
              <a:rPr lang="it-IT" b="1" dirty="0">
                <a:latin typeface="Raleway" pitchFamily="2" charset="0"/>
              </a:rPr>
              <a:t>for </a:t>
            </a:r>
            <a:r>
              <a:rPr lang="it-IT" b="1" dirty="0" err="1">
                <a:latin typeface="Raleway" pitchFamily="2" charset="0"/>
              </a:rPr>
              <a:t>volunteers</a:t>
            </a:r>
            <a:endParaRPr lang="it-IT" b="1" dirty="0">
              <a:latin typeface="Raleway" pitchFamily="2" charset="0"/>
            </a:endParaRPr>
          </a:p>
          <a:p>
            <a:pPr algn="ctr"/>
            <a:r>
              <a:rPr lang="it-IT" dirty="0">
                <a:latin typeface="Raleway" pitchFamily="2" charset="0"/>
              </a:rPr>
              <a:t>6 Mar.</a:t>
            </a:r>
          </a:p>
        </p:txBody>
      </p:sp>
      <p:grpSp>
        <p:nvGrpSpPr>
          <p:cNvPr id="24" name="Gruppo 23">
            <a:extLst>
              <a:ext uri="{FF2B5EF4-FFF2-40B4-BE49-F238E27FC236}">
                <a16:creationId xmlns:a16="http://schemas.microsoft.com/office/drawing/2014/main" id="{7D951B1B-02AF-6A30-1222-3280D61565F3}"/>
              </a:ext>
            </a:extLst>
          </p:cNvPr>
          <p:cNvGrpSpPr/>
          <p:nvPr/>
        </p:nvGrpSpPr>
        <p:grpSpPr>
          <a:xfrm>
            <a:off x="9645964" y="4667179"/>
            <a:ext cx="144000" cy="1127117"/>
            <a:chOff x="2528937" y="4683459"/>
            <a:chExt cx="144000" cy="1127117"/>
          </a:xfrm>
        </p:grpSpPr>
        <p:cxnSp>
          <p:nvCxnSpPr>
            <p:cNvPr id="25" name="Connettore diritto 24">
              <a:extLst>
                <a:ext uri="{FF2B5EF4-FFF2-40B4-BE49-F238E27FC236}">
                  <a16:creationId xmlns:a16="http://schemas.microsoft.com/office/drawing/2014/main" id="{55B744DD-F49F-17DB-5664-C73D677FCBE9}"/>
                </a:ext>
              </a:extLst>
            </p:cNvPr>
            <p:cNvCxnSpPr/>
            <p:nvPr/>
          </p:nvCxnSpPr>
          <p:spPr>
            <a:xfrm>
              <a:off x="2595343" y="4683460"/>
              <a:ext cx="0" cy="1127116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Ovale 25">
              <a:extLst>
                <a:ext uri="{FF2B5EF4-FFF2-40B4-BE49-F238E27FC236}">
                  <a16:creationId xmlns:a16="http://schemas.microsoft.com/office/drawing/2014/main" id="{D90A480D-22E9-F4D0-58B3-BD63ADDEEA2B}"/>
                </a:ext>
              </a:extLst>
            </p:cNvPr>
            <p:cNvSpPr/>
            <p:nvPr/>
          </p:nvSpPr>
          <p:spPr>
            <a:xfrm>
              <a:off x="2528937" y="4683459"/>
              <a:ext cx="144000" cy="144000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A918EBA0-D02E-2D85-E48A-8E4005BC9085}"/>
              </a:ext>
            </a:extLst>
          </p:cNvPr>
          <p:cNvSpPr txBox="1"/>
          <p:nvPr/>
        </p:nvSpPr>
        <p:spPr>
          <a:xfrm>
            <a:off x="8556387" y="3713580"/>
            <a:ext cx="24671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b="1" dirty="0" err="1">
                <a:latin typeface="Raleway" pitchFamily="2" charset="0"/>
              </a:rPr>
              <a:t>Drafting</a:t>
            </a:r>
            <a:r>
              <a:rPr lang="it-IT" b="1" dirty="0">
                <a:latin typeface="Raleway" pitchFamily="2" charset="0"/>
              </a:rPr>
              <a:t> of the </a:t>
            </a:r>
            <a:r>
              <a:rPr lang="it-IT" b="1" dirty="0" err="1">
                <a:latin typeface="Raleway" pitchFamily="2" charset="0"/>
              </a:rPr>
              <a:t>specification</a:t>
            </a:r>
            <a:r>
              <a:rPr lang="it-IT" dirty="0">
                <a:latin typeface="Raleway" pitchFamily="2" charset="0"/>
              </a:rPr>
              <a:t>.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8B7E25DC-F39B-90D2-4636-4E52C5E5A310}"/>
              </a:ext>
            </a:extLst>
          </p:cNvPr>
          <p:cNvSpPr txBox="1"/>
          <p:nvPr/>
        </p:nvSpPr>
        <p:spPr>
          <a:xfrm>
            <a:off x="10576177" y="7744863"/>
            <a:ext cx="24671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b="1" dirty="0">
                <a:latin typeface="Raleway" pitchFamily="2" charset="0"/>
              </a:rPr>
              <a:t>First draft of the </a:t>
            </a:r>
            <a:r>
              <a:rPr lang="it-IT" b="1" dirty="0" err="1">
                <a:latin typeface="Raleway" pitchFamily="2" charset="0"/>
              </a:rPr>
              <a:t>specification</a:t>
            </a:r>
            <a:endParaRPr lang="it-IT" b="1" dirty="0">
              <a:latin typeface="Raleway" pitchFamily="2" charset="0"/>
            </a:endParaRPr>
          </a:p>
          <a:p>
            <a:pPr algn="ctr"/>
            <a:r>
              <a:rPr lang="it-IT" dirty="0">
                <a:latin typeface="Raleway" pitchFamily="2" charset="0"/>
              </a:rPr>
              <a:t>30 Apr.</a:t>
            </a:r>
          </a:p>
        </p:txBody>
      </p:sp>
      <p:sp>
        <p:nvSpPr>
          <p:cNvPr id="6" name="Dati 5">
            <a:extLst>
              <a:ext uri="{FF2B5EF4-FFF2-40B4-BE49-F238E27FC236}">
                <a16:creationId xmlns:a16="http://schemas.microsoft.com/office/drawing/2014/main" id="{27E6457B-34B3-C67E-B7F4-9783A5EEB7DD}"/>
              </a:ext>
            </a:extLst>
          </p:cNvPr>
          <p:cNvSpPr/>
          <p:nvPr/>
        </p:nvSpPr>
        <p:spPr>
          <a:xfrm>
            <a:off x="12155457" y="5791197"/>
            <a:ext cx="3004022" cy="793630"/>
          </a:xfrm>
          <a:prstGeom prst="flowChartInputOutpu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b="1" dirty="0" err="1">
                <a:latin typeface="Raleway" pitchFamily="2" charset="0"/>
              </a:rPr>
              <a:t>May</a:t>
            </a:r>
            <a:r>
              <a:rPr lang="it-IT" sz="2400" b="1" dirty="0">
                <a:latin typeface="Raleway" pitchFamily="2" charset="0"/>
              </a:rPr>
              <a:t> 2026</a:t>
            </a:r>
          </a:p>
        </p:txBody>
      </p:sp>
      <p:grpSp>
        <p:nvGrpSpPr>
          <p:cNvPr id="22" name="Gruppo 21">
            <a:extLst>
              <a:ext uri="{FF2B5EF4-FFF2-40B4-BE49-F238E27FC236}">
                <a16:creationId xmlns:a16="http://schemas.microsoft.com/office/drawing/2014/main" id="{09543D5A-76B7-D001-A416-3B0124293565}"/>
              </a:ext>
            </a:extLst>
          </p:cNvPr>
          <p:cNvGrpSpPr/>
          <p:nvPr/>
        </p:nvGrpSpPr>
        <p:grpSpPr>
          <a:xfrm>
            <a:off x="13918917" y="4661430"/>
            <a:ext cx="144000" cy="1127117"/>
            <a:chOff x="2528937" y="4683459"/>
            <a:chExt cx="144000" cy="1127117"/>
          </a:xfrm>
        </p:grpSpPr>
        <p:cxnSp>
          <p:nvCxnSpPr>
            <p:cNvPr id="23" name="Connettore diritto 22">
              <a:extLst>
                <a:ext uri="{FF2B5EF4-FFF2-40B4-BE49-F238E27FC236}">
                  <a16:creationId xmlns:a16="http://schemas.microsoft.com/office/drawing/2014/main" id="{5278BD7B-7799-6C10-D6DF-2D13694A70E2}"/>
                </a:ext>
              </a:extLst>
            </p:cNvPr>
            <p:cNvCxnSpPr/>
            <p:nvPr/>
          </p:nvCxnSpPr>
          <p:spPr>
            <a:xfrm>
              <a:off x="2595343" y="4683460"/>
              <a:ext cx="0" cy="1127116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e 31">
              <a:extLst>
                <a:ext uri="{FF2B5EF4-FFF2-40B4-BE49-F238E27FC236}">
                  <a16:creationId xmlns:a16="http://schemas.microsoft.com/office/drawing/2014/main" id="{888F834F-709A-8C5E-8914-1C5463187994}"/>
                </a:ext>
              </a:extLst>
            </p:cNvPr>
            <p:cNvSpPr/>
            <p:nvPr/>
          </p:nvSpPr>
          <p:spPr>
            <a:xfrm>
              <a:off x="2528937" y="4683459"/>
              <a:ext cx="144000" cy="144000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D3A3F9F3-913C-C763-F53D-F78FD224FB96}"/>
              </a:ext>
            </a:extLst>
          </p:cNvPr>
          <p:cNvSpPr txBox="1"/>
          <p:nvPr/>
        </p:nvSpPr>
        <p:spPr>
          <a:xfrm>
            <a:off x="12829340" y="3707831"/>
            <a:ext cx="24671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b="1" dirty="0" err="1">
                <a:latin typeface="Raleway" pitchFamily="2" charset="0"/>
              </a:rPr>
              <a:t>Final</a:t>
            </a:r>
            <a:r>
              <a:rPr lang="it-IT" b="1" dirty="0">
                <a:latin typeface="Raleway" pitchFamily="2" charset="0"/>
              </a:rPr>
              <a:t> </a:t>
            </a:r>
            <a:r>
              <a:rPr lang="it-IT" b="1" dirty="0" err="1">
                <a:latin typeface="Raleway" pitchFamily="2" charset="0"/>
              </a:rPr>
              <a:t>version</a:t>
            </a:r>
            <a:r>
              <a:rPr lang="it-IT" b="1" dirty="0">
                <a:latin typeface="Raleway" pitchFamily="2" charset="0"/>
              </a:rPr>
              <a:t> of the </a:t>
            </a:r>
            <a:r>
              <a:rPr lang="it-IT" b="1" dirty="0" err="1">
                <a:latin typeface="Raleway" pitchFamily="2" charset="0"/>
              </a:rPr>
              <a:t>specification</a:t>
            </a:r>
            <a:endParaRPr lang="it-IT" b="1" dirty="0">
              <a:latin typeface="Raleway" pitchFamily="2" charset="0"/>
            </a:endParaRPr>
          </a:p>
          <a:p>
            <a:pPr algn="ctr"/>
            <a:r>
              <a:rPr lang="it-IT" dirty="0">
                <a:latin typeface="Raleway" pitchFamily="2" charset="0"/>
              </a:rPr>
              <a:t>29 </a:t>
            </a:r>
            <a:r>
              <a:rPr lang="it-IT" dirty="0" err="1">
                <a:latin typeface="Raleway" pitchFamily="2" charset="0"/>
              </a:rPr>
              <a:t>May</a:t>
            </a:r>
            <a:r>
              <a:rPr lang="it-IT" dirty="0">
                <a:latin typeface="Raleway" pitchFamily="2" charset="0"/>
              </a:rPr>
              <a:t>.</a:t>
            </a:r>
          </a:p>
        </p:txBody>
      </p:sp>
      <p:grpSp>
        <p:nvGrpSpPr>
          <p:cNvPr id="34" name="Gruppo 33">
            <a:extLst>
              <a:ext uri="{FF2B5EF4-FFF2-40B4-BE49-F238E27FC236}">
                <a16:creationId xmlns:a16="http://schemas.microsoft.com/office/drawing/2014/main" id="{4FB7C0E3-DC9F-1082-4F30-6EA61C10EF2E}"/>
              </a:ext>
            </a:extLst>
          </p:cNvPr>
          <p:cNvGrpSpPr/>
          <p:nvPr/>
        </p:nvGrpSpPr>
        <p:grpSpPr>
          <a:xfrm rot="10800000">
            <a:off x="11719177" y="6606846"/>
            <a:ext cx="144000" cy="1127117"/>
            <a:chOff x="2528937" y="4683459"/>
            <a:chExt cx="144000" cy="1127117"/>
          </a:xfrm>
        </p:grpSpPr>
        <p:cxnSp>
          <p:nvCxnSpPr>
            <p:cNvPr id="35" name="Connettore diritto 34">
              <a:extLst>
                <a:ext uri="{FF2B5EF4-FFF2-40B4-BE49-F238E27FC236}">
                  <a16:creationId xmlns:a16="http://schemas.microsoft.com/office/drawing/2014/main" id="{5FC2E57C-1A09-F1E2-3CFE-039D41857EBE}"/>
                </a:ext>
              </a:extLst>
            </p:cNvPr>
            <p:cNvCxnSpPr/>
            <p:nvPr/>
          </p:nvCxnSpPr>
          <p:spPr>
            <a:xfrm>
              <a:off x="2595343" y="4683460"/>
              <a:ext cx="0" cy="1127116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Ovale 35">
              <a:extLst>
                <a:ext uri="{FF2B5EF4-FFF2-40B4-BE49-F238E27FC236}">
                  <a16:creationId xmlns:a16="http://schemas.microsoft.com/office/drawing/2014/main" id="{ECE56410-46CF-CE37-5100-0B827BA78C9D}"/>
                </a:ext>
              </a:extLst>
            </p:cNvPr>
            <p:cNvSpPr/>
            <p:nvPr/>
          </p:nvSpPr>
          <p:spPr>
            <a:xfrm>
              <a:off x="2528937" y="4683459"/>
              <a:ext cx="144000" cy="144000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Freeform 2"/>
          <p:cNvSpPr/>
          <p:nvPr/>
        </p:nvSpPr>
        <p:spPr>
          <a:xfrm>
            <a:off x="13500360" y="3508560"/>
            <a:ext cx="4785480" cy="6776280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0" y="0"/>
                </a:lnTo>
                <a:lnTo>
                  <a:pt x="10946940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alphaModFix amt="20000"/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04" name="Freeform 3"/>
          <p:cNvSpPr/>
          <p:nvPr/>
        </p:nvSpPr>
        <p:spPr>
          <a:xfrm>
            <a:off x="0" y="27360"/>
            <a:ext cx="2397960" cy="411264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0" y="0"/>
                </a:lnTo>
                <a:lnTo>
                  <a:pt x="56437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alphaModFix amt="49000"/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GB"/>
          </a:p>
        </p:txBody>
      </p:sp>
      <p:grpSp>
        <p:nvGrpSpPr>
          <p:cNvPr id="105" name="Group 4"/>
          <p:cNvGrpSpPr/>
          <p:nvPr/>
        </p:nvGrpSpPr>
        <p:grpSpPr>
          <a:xfrm>
            <a:off x="0" y="9853560"/>
            <a:ext cx="9141840" cy="431280"/>
            <a:chOff x="0" y="9853560"/>
            <a:chExt cx="9141840" cy="431280"/>
          </a:xfrm>
        </p:grpSpPr>
        <p:sp>
          <p:nvSpPr>
            <p:cNvPr id="106" name="Freeform 5"/>
            <p:cNvSpPr/>
            <p:nvPr/>
          </p:nvSpPr>
          <p:spPr>
            <a:xfrm>
              <a:off x="0" y="9998280"/>
              <a:ext cx="9141840" cy="286560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GB"/>
            </a:p>
          </p:txBody>
        </p:sp>
        <p:sp>
          <p:nvSpPr>
            <p:cNvPr id="107" name="TextBox 6"/>
            <p:cNvSpPr/>
            <p:nvPr/>
          </p:nvSpPr>
          <p:spPr>
            <a:xfrm>
              <a:off x="0" y="9853560"/>
              <a:ext cx="9141840" cy="431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108" name="Freeform 7"/>
          <p:cNvSpPr/>
          <p:nvPr/>
        </p:nvSpPr>
        <p:spPr>
          <a:xfrm>
            <a:off x="7108560" y="1028880"/>
            <a:ext cx="4068720" cy="632880"/>
          </a:xfrm>
          <a:custGeom>
            <a:avLst/>
            <a:gdLst/>
            <a:ahLst/>
            <a:cxnLst/>
            <a:rect l="l" t="t" r="r" b="b"/>
            <a:pathLst>
              <a:path w="4070907" h="635177">
                <a:moveTo>
                  <a:pt x="0" y="0"/>
                </a:moveTo>
                <a:lnTo>
                  <a:pt x="4070908" y="0"/>
                </a:lnTo>
                <a:lnTo>
                  <a:pt x="4070908" y="635177"/>
                </a:lnTo>
                <a:lnTo>
                  <a:pt x="0" y="63517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09" name="CasellaDiTesto 1"/>
          <p:cNvSpPr/>
          <p:nvPr/>
        </p:nvSpPr>
        <p:spPr>
          <a:xfrm>
            <a:off x="6299796" y="4466520"/>
            <a:ext cx="5401136" cy="13219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GB" sz="8000" dirty="0">
                <a:solidFill>
                  <a:schemeClr val="bg1"/>
                </a:solidFill>
                <a:latin typeface="Raleway" pitchFamily="2" charset="0"/>
              </a:rPr>
              <a:t>Thank you!</a:t>
            </a:r>
            <a:endParaRPr lang="en-GB" sz="8000" spc="-1" dirty="0">
              <a:solidFill>
                <a:schemeClr val="bg1"/>
              </a:solidFill>
              <a:latin typeface="Raleway" pitchFamily="2" charset="0"/>
              <a:ea typeface="Calibri"/>
            </a:endParaRPr>
          </a:p>
        </p:txBody>
      </p:sp>
      <p:pic>
        <p:nvPicPr>
          <p:cNvPr id="2" name="Immagine 1">
            <a:hlinkClick r:id="rId5"/>
            <a:extLst>
              <a:ext uri="{FF2B5EF4-FFF2-40B4-BE49-F238E27FC236}">
                <a16:creationId xmlns:a16="http://schemas.microsoft.com/office/drawing/2014/main" id="{B0B517CB-AB15-F256-8AA4-D502906C56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754" y="9015821"/>
            <a:ext cx="3217521" cy="11257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llo Presentazione per uso esterno.potx [Sola lettura]" id="{8ABC1D63-34E6-4058-B30A-7A9AE834B0B6}" vid="{88249D4F-3D47-4FA1-AF85-F837D19CD252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3031</TotalTime>
  <Words>441</Words>
  <Application>Microsoft Office PowerPoint</Application>
  <PresentationFormat>Custom</PresentationFormat>
  <Paragraphs>80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21" baseType="lpstr">
      <vt:lpstr>Arial</vt:lpstr>
      <vt:lpstr>Calibri</vt:lpstr>
      <vt:lpstr>Helvetica Neue</vt:lpstr>
      <vt:lpstr>Raleway</vt:lpstr>
      <vt:lpstr>Rockwell</vt:lpstr>
      <vt:lpstr>Symbol</vt:lpstr>
      <vt:lpstr>Times New Roman</vt:lpstr>
      <vt:lpstr>Titillium Web</vt:lpstr>
      <vt:lpstr>Titillium Web Light</vt:lpstr>
      <vt:lpstr>Wingdings</vt:lpstr>
      <vt:lpstr>Office Theme</vt:lpstr>
      <vt:lpstr>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IA</dc:title>
  <dc:subject/>
  <dc:creator>rotundo@agid.gov.it</dc:creator>
  <dc:description/>
  <cp:lastModifiedBy>ESCRIU Jordi (JRC-ISPRA)</cp:lastModifiedBy>
  <cp:revision>857</cp:revision>
  <dcterms:created xsi:type="dcterms:W3CDTF">2006-08-16T00:00:00Z</dcterms:created>
  <dcterms:modified xsi:type="dcterms:W3CDTF">2026-02-25T16:12:13Z</dcterms:modified>
  <dc:identifier>DAGELDUKQ00</dc:identifier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Personalizzato</vt:lpwstr>
  </property>
  <property fmtid="{D5CDD505-2E9C-101B-9397-08002B2CF9AE}" pid="3" name="Slides">
    <vt:i4>10</vt:i4>
  </property>
  <property fmtid="{D5CDD505-2E9C-101B-9397-08002B2CF9AE}" pid="4" name="MSIP_Label_6bd9ddd1-4d20-43f6-abfa-fc3c07406f94_Enabled">
    <vt:lpwstr>true</vt:lpwstr>
  </property>
  <property fmtid="{D5CDD505-2E9C-101B-9397-08002B2CF9AE}" pid="5" name="MSIP_Label_6bd9ddd1-4d20-43f6-abfa-fc3c07406f94_SetDate">
    <vt:lpwstr>2026-02-25T16:11:45Z</vt:lpwstr>
  </property>
  <property fmtid="{D5CDD505-2E9C-101B-9397-08002B2CF9AE}" pid="6" name="MSIP_Label_6bd9ddd1-4d20-43f6-abfa-fc3c07406f94_Method">
    <vt:lpwstr>Standard</vt:lpwstr>
  </property>
  <property fmtid="{D5CDD505-2E9C-101B-9397-08002B2CF9AE}" pid="7" name="MSIP_Label_6bd9ddd1-4d20-43f6-abfa-fc3c07406f94_Name">
    <vt:lpwstr>Commission Use</vt:lpwstr>
  </property>
  <property fmtid="{D5CDD505-2E9C-101B-9397-08002B2CF9AE}" pid="8" name="MSIP_Label_6bd9ddd1-4d20-43f6-abfa-fc3c07406f94_SiteId">
    <vt:lpwstr>b24c8b06-522c-46fe-9080-70926f8dddb1</vt:lpwstr>
  </property>
  <property fmtid="{D5CDD505-2E9C-101B-9397-08002B2CF9AE}" pid="9" name="MSIP_Label_6bd9ddd1-4d20-43f6-abfa-fc3c07406f94_ActionId">
    <vt:lpwstr>4e5e6f9f-052b-4f3d-ae7c-1fe3246c644b</vt:lpwstr>
  </property>
  <property fmtid="{D5CDD505-2E9C-101B-9397-08002B2CF9AE}" pid="10" name="MSIP_Label_6bd9ddd1-4d20-43f6-abfa-fc3c07406f94_ContentBits">
    <vt:lpwstr>0</vt:lpwstr>
  </property>
  <property fmtid="{D5CDD505-2E9C-101B-9397-08002B2CF9AE}" pid="11" name="MSIP_Label_6bd9ddd1-4d20-43f6-abfa-fc3c07406f94_Tag">
    <vt:lpwstr>10, 3, 0, 1</vt:lpwstr>
  </property>
</Properties>
</file>