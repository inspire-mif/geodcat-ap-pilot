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84" r:id="rId6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D5F6EA-03DE-4325-AFFA-3F38C8ECB618}" v="839" dt="2025-12-04T13:38:35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lin-Pihlatie Lena" userId="a673001c-1e2d-4625-9a32-fc39a8fbb11c" providerId="ADAL" clId="{BAD5F6EA-03DE-4325-AFFA-3F38C8ECB618}"/>
    <pc:docChg chg="undo custSel modSld">
      <pc:chgData name="Hallin-Pihlatie Lena" userId="a673001c-1e2d-4625-9a32-fc39a8fbb11c" providerId="ADAL" clId="{BAD5F6EA-03DE-4325-AFFA-3F38C8ECB618}" dt="2025-12-04T13:38:35.338" v="1039" actId="14100"/>
      <pc:docMkLst>
        <pc:docMk/>
      </pc:docMkLst>
      <pc:sldChg chg="modSp mod">
        <pc:chgData name="Hallin-Pihlatie Lena" userId="a673001c-1e2d-4625-9a32-fc39a8fbb11c" providerId="ADAL" clId="{BAD5F6EA-03DE-4325-AFFA-3F38C8ECB618}" dt="2025-12-04T12:58:01.205" v="212" actId="20577"/>
        <pc:sldMkLst>
          <pc:docMk/>
          <pc:sldMk cId="0" sldId="256"/>
        </pc:sldMkLst>
        <pc:spChg chg="mod">
          <ac:chgData name="Hallin-Pihlatie Lena" userId="a673001c-1e2d-4625-9a32-fc39a8fbb11c" providerId="ADAL" clId="{BAD5F6EA-03DE-4325-AFFA-3F38C8ECB618}" dt="2025-12-04T12:58:01.205" v="212" actId="20577"/>
          <ac:spMkLst>
            <pc:docMk/>
            <pc:sldMk cId="0" sldId="256"/>
            <ac:spMk id="122" creationId="{00000000-0000-0000-0000-000000000000}"/>
          </ac:spMkLst>
        </pc:spChg>
      </pc:sldChg>
      <pc:sldChg chg="modSp mod">
        <pc:chgData name="Hallin-Pihlatie Lena" userId="a673001c-1e2d-4625-9a32-fc39a8fbb11c" providerId="ADAL" clId="{BAD5F6EA-03DE-4325-AFFA-3F38C8ECB618}" dt="2025-12-04T13:38:35.338" v="1039" actId="14100"/>
        <pc:sldMkLst>
          <pc:docMk/>
          <pc:sldMk cId="4051915537" sldId="284"/>
        </pc:sldMkLst>
        <pc:spChg chg="mod">
          <ac:chgData name="Hallin-Pihlatie Lena" userId="a673001c-1e2d-4625-9a32-fc39a8fbb11c" providerId="ADAL" clId="{BAD5F6EA-03DE-4325-AFFA-3F38C8ECB618}" dt="2025-12-04T13:38:35.338" v="1039" actId="14100"/>
          <ac:spMkLst>
            <pc:docMk/>
            <pc:sldMk cId="4051915537" sldId="28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/>
              <a:t>ISO &amp; GeoDCAT-AP metadata</a:t>
            </a:r>
            <a:br>
              <a:rPr lang="en-US" sz="5600"/>
            </a:br>
            <a:r>
              <a:rPr lang="en-US" sz="5600"/>
              <a:t>implementation pilot</a:t>
            </a:r>
            <a:endParaRPr sz="560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4010025" y="5384800"/>
            <a:ext cx="7351589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>
                <a:solidFill>
                  <a:schemeClr val="bg1"/>
                </a:solidFill>
              </a:rPr>
              <a:t>Lena Hallin-Pihlatie (Finland)</a:t>
            </a:r>
          </a:p>
          <a:p>
            <a:pPr marL="0" lvl="0" indent="0"/>
            <a:r>
              <a:rPr lang="en-GB"/>
              <a:t>Phase2 Kick-off Meeting</a:t>
            </a:r>
          </a:p>
          <a:p>
            <a:pPr marL="0" lvl="0" indent="0"/>
            <a:r>
              <a:rPr lang="en-GB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1224846" cy="4170363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>
                <a:solidFill>
                  <a:schemeClr val="bg2"/>
                </a:solidFill>
              </a:rPr>
              <a:t>The Implementation pilot Phase I report and the attached Excel include a list of issues to continue working on in phase 2 after prioritization.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solidFill>
                  <a:schemeClr val="bg2"/>
                </a:solidFill>
              </a:rPr>
              <a:t>Interaction with the </a:t>
            </a:r>
            <a:r>
              <a:rPr lang="en-US" sz="1600" err="1">
                <a:solidFill>
                  <a:schemeClr val="bg2"/>
                </a:solidFill>
              </a:rPr>
              <a:t>GeoNetwork</a:t>
            </a:r>
            <a:r>
              <a:rPr lang="en-US" sz="1600">
                <a:solidFill>
                  <a:schemeClr val="bg2"/>
                </a:solidFill>
              </a:rPr>
              <a:t> community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sz="1400">
                <a:solidFill>
                  <a:schemeClr val="bg2"/>
                </a:solidFill>
              </a:rPr>
              <a:t>DCAT-AP Schema plugin 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sz="1400" err="1">
                <a:solidFill>
                  <a:schemeClr val="bg2"/>
                </a:solidFill>
              </a:rPr>
              <a:t>GeoNetwork</a:t>
            </a:r>
            <a:r>
              <a:rPr lang="en-US" sz="1400">
                <a:solidFill>
                  <a:schemeClr val="bg2"/>
                </a:solidFill>
              </a:rPr>
              <a:t> User Community, online meeting on </a:t>
            </a:r>
            <a:r>
              <a:rPr lang="en-US" sz="1400" b="1">
                <a:solidFill>
                  <a:schemeClr val="bg2"/>
                </a:solidFill>
              </a:rPr>
              <a:t>31 March 2026</a:t>
            </a:r>
            <a:endParaRPr lang="en-US" sz="1400">
              <a:solidFill>
                <a:schemeClr val="bg2"/>
              </a:solidFill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>
                <a:solidFill>
                  <a:schemeClr val="bg2"/>
                </a:solidFill>
              </a:rPr>
              <a:t>Interaction with the ISO 19115-1/5 project team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sz="1400" i="1">
                <a:solidFill>
                  <a:schemeClr val="bg2"/>
                </a:solidFill>
              </a:rPr>
              <a:t>Implementation pilot: </a:t>
            </a:r>
            <a:r>
              <a:rPr lang="en-US" sz="1400">
                <a:solidFill>
                  <a:schemeClr val="bg2"/>
                </a:solidFill>
              </a:rPr>
              <a:t>ISO 19115-1:</a:t>
            </a:r>
            <a:r>
              <a:rPr lang="en-US" sz="1400" b="1">
                <a:solidFill>
                  <a:schemeClr val="bg2"/>
                </a:solidFill>
              </a:rPr>
              <a:t>2003</a:t>
            </a:r>
            <a:r>
              <a:rPr lang="en-US" sz="1400">
                <a:solidFill>
                  <a:schemeClr val="bg2"/>
                </a:solidFill>
              </a:rPr>
              <a:t> metadata to </a:t>
            </a:r>
            <a:r>
              <a:rPr lang="en-US" sz="1400" err="1">
                <a:solidFill>
                  <a:schemeClr val="bg2"/>
                </a:solidFill>
              </a:rPr>
              <a:t>GeoDCAT</a:t>
            </a:r>
            <a:r>
              <a:rPr lang="en-US" sz="1400">
                <a:solidFill>
                  <a:schemeClr val="bg2"/>
                </a:solidFill>
              </a:rPr>
              <a:t>-AP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sz="1400" i="1">
                <a:solidFill>
                  <a:schemeClr val="bg2"/>
                </a:solidFill>
              </a:rPr>
              <a:t>ISO 19115-5: </a:t>
            </a:r>
            <a:r>
              <a:rPr lang="en-US" sz="1400">
                <a:solidFill>
                  <a:schemeClr val="bg2"/>
                </a:solidFill>
              </a:rPr>
              <a:t>Conceptual mapping of ISO 19115-1:</a:t>
            </a:r>
            <a:r>
              <a:rPr lang="en-US" sz="1400" b="1">
                <a:solidFill>
                  <a:schemeClr val="bg2"/>
                </a:solidFill>
              </a:rPr>
              <a:t>2014 </a:t>
            </a:r>
            <a:r>
              <a:rPr lang="en-US" sz="1400">
                <a:solidFill>
                  <a:schemeClr val="bg2"/>
                </a:solidFill>
              </a:rPr>
              <a:t>metadata to DCAT 3.0 (Conformance Class 1) and </a:t>
            </a:r>
            <a:r>
              <a:rPr lang="en-US" sz="1400" err="1">
                <a:solidFill>
                  <a:schemeClr val="bg2"/>
                </a:solidFill>
              </a:rPr>
              <a:t>GeoDCAT</a:t>
            </a:r>
            <a:r>
              <a:rPr lang="en-US" sz="1400">
                <a:solidFill>
                  <a:schemeClr val="bg2"/>
                </a:solidFill>
              </a:rPr>
              <a:t>-AP (Conformance Class 2)</a:t>
            </a:r>
          </a:p>
          <a:p>
            <a:pPr marL="1498600" lvl="3" indent="0">
              <a:spcBef>
                <a:spcPts val="600"/>
              </a:spcBef>
              <a:spcAft>
                <a:spcPts val="600"/>
              </a:spcAft>
              <a:buNone/>
            </a:pPr>
            <a:endParaRPr lang="en-US">
              <a:solidFill>
                <a:schemeClr val="bg2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>
                <a:solidFill>
                  <a:schemeClr val="bg2"/>
                </a:solidFill>
              </a:rPr>
              <a:t>Take legislative changes (digital omnibus and GreenData4All) into account when possible if needed</a:t>
            </a:r>
          </a:p>
          <a:p>
            <a:pPr marL="1028700" lvl="2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1600">
              <a:solidFill>
                <a:schemeClr val="bg2"/>
              </a:solidFill>
            </a:endParaRPr>
          </a:p>
          <a:p>
            <a:pPr marL="76200" indent="0">
              <a:spcBef>
                <a:spcPts val="600"/>
              </a:spcBef>
              <a:spcAft>
                <a:spcPts val="600"/>
              </a:spcAft>
              <a:buNone/>
            </a:pPr>
            <a:endParaRPr lang="en-GB" sz="2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/>
              <a:t>Pilot report Finland</a:t>
            </a:r>
          </a:p>
        </p:txBody>
      </p:sp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68586B74681FA147A8A9B06B2791FE8D" ma:contentTypeVersion="17" ma:contentTypeDescription="Luo uusi asiakirja." ma:contentTypeScope="" ma:versionID="34a3117fbd64d947b25088b9679a393c">
  <xsd:schema xmlns:xsd="http://www.w3.org/2001/XMLSchema" xmlns:xs="http://www.w3.org/2001/XMLSchema" xmlns:p="http://schemas.microsoft.com/office/2006/metadata/properties" xmlns:ns2="998c7ac0-c72c-4eac-9904-e4a5a20e8635" xmlns:ns3="db399a76-b33d-4ed9-acf6-bb05494747ab" targetNamespace="http://schemas.microsoft.com/office/2006/metadata/properties" ma:root="true" ma:fieldsID="b6877365ac6606826a838fc29e5bbbfa" ns2:_="" ns3:_="">
    <xsd:import namespace="998c7ac0-c72c-4eac-9904-e4a5a20e8635"/>
    <xsd:import namespace="db399a76-b33d-4ed9-acf6-bb05494747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8c7ac0-c72c-4eac-9904-e4a5a20e8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Kuvien tunnisteet" ma:readOnly="false" ma:fieldId="{5cf76f15-5ced-4ddc-b409-7134ff3c332f}" ma:taxonomyMulti="true" ma:sspId="b1b57b5c-250e-4870-960d-b632009de2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99a76-b33d-4ed9-acf6-bb05494747a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b5ce7ff-cbbb-4672-8d6f-54e582e06827}" ma:internalName="TaxCatchAll" ma:showField="CatchAllData" ma:web="db399a76-b33d-4ed9-acf6-bb05494747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8c7ac0-c72c-4eac-9904-e4a5a20e8635">
      <Terms xmlns="http://schemas.microsoft.com/office/infopath/2007/PartnerControls"/>
    </lcf76f155ced4ddcb4097134ff3c332f>
    <TaxCatchAll xmlns="db399a76-b33d-4ed9-acf6-bb05494747a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15BD52-E213-4307-902A-11012FACD613}">
  <ds:schemaRefs>
    <ds:schemaRef ds:uri="998c7ac0-c72c-4eac-9904-e4a5a20e8635"/>
    <ds:schemaRef ds:uri="db399a76-b33d-4ed9-acf6-bb0549474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D9FA332-CBB5-4199-9D63-490FA2617BEC}">
  <ds:schemaRefs>
    <ds:schemaRef ds:uri="998c7ac0-c72c-4eac-9904-e4a5a20e8635"/>
    <ds:schemaRef ds:uri="db399a76-b33d-4ed9-acf6-bb05494747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87E4CC4-285A-4F88-974B-E815FADA7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ISO &amp; GeoDCAT-AP metadata implementation pilot</vt:lpstr>
      <vt:lpstr>Pilot report Finland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revision>1</cp:revision>
  <dcterms:created xsi:type="dcterms:W3CDTF">2019-08-09T12:06:42Z</dcterms:created>
  <dcterms:modified xsi:type="dcterms:W3CDTF">2025-12-04T13:38:39Z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0x01010068586B74681FA147A8A9B06B2791FE8D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  <property fmtid="{D5CDD505-2E9C-101B-9397-08002B2CF9AE}" pid="17" name="MediaServiceImageTags">
    <vt:lpwstr/>
  </property>
</Properties>
</file>