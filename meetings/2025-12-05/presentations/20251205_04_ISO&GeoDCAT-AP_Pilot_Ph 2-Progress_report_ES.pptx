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39" autoAdjust="0"/>
    <p:restoredTop sz="94660"/>
  </p:normalViewPr>
  <p:slideViewPr>
    <p:cSldViewPr snapToGrid="0">
      <p:cViewPr varScale="1">
        <p:scale>
          <a:sx n="56" d="100"/>
          <a:sy n="56" d="100"/>
        </p:scale>
        <p:origin x="604" y="44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Paloma Abad (Spain)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15694" y="927417"/>
            <a:ext cx="10942906" cy="4594860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In Spain, the DCAT-AP-ES profile has been defined, which does not comply with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HVD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(metadata) regulations.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A project is being funded to implement metadata in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GeoDCAT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-AP. (The Recovery, Transformation and Resilience Plan)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/>
                </a:solidFill>
              </a:rPr>
              <a:t>Phase 1 – Feedback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We´ve tested and improved some of the errors in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GeoDCAT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-AP XSLT of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SEMIC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We´re going to upload these improvements to </a:t>
            </a:r>
            <a:r>
              <a:rPr lang="en-GB" sz="1600" dirty="0" err="1">
                <a:solidFill>
                  <a:schemeClr val="tx1">
                    <a:lumMod val="50000"/>
                  </a:schemeClr>
                </a:solidFill>
              </a:rPr>
              <a:t>SEMIC's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GitHub.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Tests are being carried out to perform the transformation from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CKAN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GeoNetwork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catalogues.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It is possible that the Spanish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GeoDCAT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-AP-ES profile will be defined in 2026</a:t>
            </a:r>
            <a:r>
              <a:rPr lang="en-GB" sz="1800" dirty="0">
                <a:solidFill>
                  <a:srgbClr val="FF0000"/>
                </a:solidFill>
              </a:rPr>
              <a:t>.</a:t>
            </a:r>
            <a:r>
              <a:rPr lang="en-US" sz="1800" dirty="0">
                <a:solidFill>
                  <a:srgbClr val="FF0000"/>
                </a:solidFill>
              </a:rPr>
              <a:t>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Metadata must be created in ISO and the catalogues must be responsible for converting it to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</a:rPr>
              <a:t>GeoDCAT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-AP or any </a:t>
            </a:r>
            <a:r>
              <a:rPr lang="en-GB" sz="1800">
                <a:solidFill>
                  <a:schemeClr val="tx1">
                    <a:lumMod val="50000"/>
                  </a:schemeClr>
                </a:solidFill>
              </a:rPr>
              <a:t>other metadata profile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en-US" sz="1800" dirty="0">
              <a:solidFill>
                <a:schemeClr val="tx1">
                  <a:lumMod val="50000"/>
                </a:schemeClr>
              </a:solidFill>
            </a:endParaRPr>
          </a:p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64053" y="145060"/>
            <a:ext cx="10263893" cy="782357"/>
          </a:xfrm>
        </p:spPr>
        <p:txBody>
          <a:bodyPr/>
          <a:lstStyle/>
          <a:p>
            <a:pPr algn="l"/>
            <a:r>
              <a:rPr lang="en-GB" b="1" dirty="0"/>
              <a:t>Pilot report </a:t>
            </a:r>
            <a:r>
              <a:rPr lang="en-GB" sz="3600" b="1" dirty="0">
                <a:solidFill>
                  <a:srgbClr val="FF0000"/>
                </a:solidFill>
              </a:rPr>
              <a:t>&lt;Spain&gt;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3562</TotalTime>
  <Words>178</Words>
  <Application>Microsoft Office PowerPoint</Application>
  <PresentationFormat>Panorámica</PresentationFormat>
  <Paragraphs>17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ISO &amp; GeoDCAT-AP metadata implementation pilot</vt:lpstr>
      <vt:lpstr>Pilot report &lt;Spain&gt;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Paloma Abad Power</cp:lastModifiedBy>
  <cp:revision>233</cp:revision>
  <dcterms:created xsi:type="dcterms:W3CDTF">2019-08-09T12:06:42Z</dcterms:created>
  <dcterms:modified xsi:type="dcterms:W3CDTF">2025-12-04T12:11:08Z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